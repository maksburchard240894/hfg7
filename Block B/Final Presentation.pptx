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64" r:id="rId6"/>
    <p:sldId id="265" r:id="rId7"/>
    <p:sldId id="266" r:id="rId8"/>
    <p:sldId id="262" r:id="rId9"/>
    <p:sldId id="267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696F-644C-DA68-34EF-8429EF20B3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1F67AE-71D2-CE93-E340-A29F9D408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8881E-B94E-3744-87CD-CE37E1034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FC7A8-EF85-BE77-672E-4CA4F6CB2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7BC9B-D441-C85C-5B75-B5FD36747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2716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B5BB1-D9AB-32E3-8AFB-7CABC9F9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BF7BB-6004-3D8D-55AC-1D8E6A8C8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D3E2C-BCAF-3273-DB26-265AA5F1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D93E5-8C13-F58D-8106-62C083CCA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3D70A-9DA2-CCDE-D446-DBE72B91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5179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AF9C9-BC56-3C67-81CE-529307F53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FC56E-CDD4-18B4-6966-705DA58F0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EE23A-C276-AD57-28CC-8FA1A0BC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969C7-09EA-14FA-D9D4-1A8BCA979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37448-59B6-0795-EF3D-CBEBA614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677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E2CB-BB59-73F5-F8D3-D04FA4343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2A350-1824-8D4C-672D-2AEC2C4A2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F47FA4-48C3-74AB-22A3-A335F95A98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9724-17BF-102D-E434-080684F43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9D9156-5D4E-EC7C-2D98-6B141FD1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3C29C-FA9B-19F4-19FC-C02773F37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5545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2B270-5CB9-2B0C-33F9-480592C4F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DA30D-DAAA-18E1-E977-D6C7EEB74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FD97DA-6562-EBBC-13A9-5C059227F9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17CF0-9DE6-B21E-B48C-9BC7D4492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94D19-96E3-DC36-0388-AA68BD65E2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5EADF5-CD83-281B-2488-FCB3BE42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1BF140-A6E3-F374-346C-A1381F31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C8A97D-D50C-6CB9-16CC-735BB94F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4237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A28B-6946-6721-8FE2-5F33EC349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837B17-1BF8-9952-57EA-1A41299EF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33EE3A-2A1B-AD77-E01B-76D16175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0A2399-9AF0-A1A3-EE1B-185C1AD35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21498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DD5466-B80C-AC31-5DE2-B6D795EEB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40D01F-225C-C12C-96B4-4D055EA43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46A0C-1B22-CED6-A583-F35404A4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7560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6F8F-C0AF-056C-B3E5-D74B2922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33B58-1D41-9A7E-264C-BE7765137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B0DEA-E8E4-FD8C-C96D-F79EBD8B98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135A0-D9EB-47FA-FD3B-C8C19783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7823D-1BAA-4E57-FA29-B67CA846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159A1-78F5-17B4-D92A-D356A7E9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921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80442-AB6C-8A19-A1C0-A9CE06DF5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2C628-E8A5-AAD3-7409-2E184EDA40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996DE4-5728-3A66-FCE9-68FB2FF23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377E50-EA10-BA1A-41FD-49EE610AD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B58C4-398D-0C3D-12DA-75DB730E6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65974-EF48-28E4-1378-C2B0BD66A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3222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ADE12-2985-6665-FE56-45EC526BB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6DAC67-E99F-0F3C-7C69-00E5A69707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4BA2-A7F2-061E-C27F-13C9B611F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B42E9-132D-BD31-A200-8B39870D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F2C41-98C9-E0E7-D262-478A5F92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015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E7026F-11DB-E9C5-6E03-4EC292BF2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975F9C-8877-E662-72DA-71607082E7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1A233-230D-574F-8537-9DA3C997C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3EF54-7B68-8D0C-224B-3F5DE7EEC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2C553-531C-9004-B916-7C8AEA1E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67550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9B456D-92FB-1D44-2B2C-C909B06A3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93DF4-9D99-E503-9952-3CF8C0C83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1936-16A3-0413-EDB0-334121DFA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3B5CCA-D0DC-4F45-BB58-85BD5DF4C5D0}" type="datetimeFigureOut">
              <a:rPr lang="LID4096" smtClean="0"/>
              <a:t>01/20/2025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3AE64-D3D1-521D-843A-0C8CE733E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FE861-435F-B5FE-3322-59D900564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0539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BCECE-EB4E-F5ED-CA7C-3FE8D93E3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Title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863FF-B780-0A0E-F133-FC2B3E598F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Maks Burchard, Applied Data Science &amp;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  <a:p>
            <a:r>
              <a:rPr lang="de-DE" dirty="0"/>
              <a:t>Block B Final </a:t>
            </a:r>
            <a:r>
              <a:rPr lang="de-DE" dirty="0" err="1"/>
              <a:t>Presentation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19215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F928A-D0F3-F64B-E21A-029D015E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Index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4E3DA-086A-D583-B4DB-8E55C8D99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Part 1</a:t>
            </a:r>
          </a:p>
          <a:p>
            <a:r>
              <a:rPr lang="de-DE" dirty="0"/>
              <a:t>Part 2</a:t>
            </a:r>
          </a:p>
          <a:p>
            <a:r>
              <a:rPr lang="de-DE" dirty="0"/>
              <a:t>Part 3</a:t>
            </a:r>
          </a:p>
          <a:p>
            <a:r>
              <a:rPr lang="de-DE" dirty="0"/>
              <a:t>Part 4</a:t>
            </a:r>
          </a:p>
          <a:p>
            <a:r>
              <a:rPr lang="de-DE" dirty="0"/>
              <a:t>Part 5</a:t>
            </a:r>
          </a:p>
          <a:p>
            <a:r>
              <a:rPr lang="de-DE" dirty="0"/>
              <a:t>Part 6</a:t>
            </a:r>
          </a:p>
          <a:p>
            <a:r>
              <a:rPr lang="de-DE" dirty="0"/>
              <a:t>Part 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42252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82809-7CB0-729F-5A36-FCA40B30A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Description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14D8C-A46A-DE39-38B5-71D09A8354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e-DE" dirty="0" err="1"/>
              <a:t>Determine</a:t>
            </a:r>
            <a:r>
              <a:rPr lang="de-DE" dirty="0"/>
              <a:t> &amp; </a:t>
            </a:r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 &amp; </a:t>
            </a:r>
            <a:r>
              <a:rPr lang="de-DE" dirty="0" err="1"/>
              <a:t>dataset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D71CB4-0787-8CE5-902C-37B8A49F24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10309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FF51-2217-BDA1-25CD-2AD1B4EA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 </a:t>
            </a:r>
            <a:r>
              <a:rPr lang="de-DE" dirty="0" err="1"/>
              <a:t>overview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53730-5AAA-06C6-78D3-3E26E81FB8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Explain your implemented baselines to examine problems that can be addressed by regression or classification or clustering.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F06581-FC0C-9A84-8C2A-B3CBD4E65B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250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CFA94-4BA0-808D-DE41-5DDF47A5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overview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7873A-AF9F-E8A4-8950-F2DDFA026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308318" cy="823912"/>
          </a:xfrm>
        </p:spPr>
        <p:txBody>
          <a:bodyPr/>
          <a:lstStyle/>
          <a:p>
            <a:r>
              <a:rPr lang="de-DE" dirty="0"/>
              <a:t>Regression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6D1A9-485C-99FD-6F4C-66E92423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3305142" cy="3684588"/>
          </a:xfrm>
        </p:spPr>
        <p:txBody>
          <a:bodyPr/>
          <a:lstStyle/>
          <a:p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creating</a:t>
            </a:r>
            <a:r>
              <a:rPr lang="de-DE" dirty="0"/>
              <a:t> &amp; </a:t>
            </a:r>
            <a:r>
              <a:rPr lang="de-DE" dirty="0" err="1"/>
              <a:t>training</a:t>
            </a:r>
            <a:endParaRPr lang="LID4096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AEE566-FF02-DD5C-A666-0E04E8248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148106" y="1681163"/>
            <a:ext cx="3301966" cy="823912"/>
          </a:xfrm>
        </p:spPr>
        <p:txBody>
          <a:bodyPr/>
          <a:lstStyle/>
          <a:p>
            <a:r>
              <a:rPr lang="de-DE" dirty="0"/>
              <a:t>Classification</a:t>
            </a:r>
            <a:endParaRPr lang="LID4096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333A73E-73CF-A09D-0F57-88774233A416}"/>
              </a:ext>
            </a:extLst>
          </p:cNvPr>
          <p:cNvSpPr txBox="1">
            <a:spLocks/>
          </p:cNvSpPr>
          <p:nvPr/>
        </p:nvSpPr>
        <p:spPr>
          <a:xfrm>
            <a:off x="7453248" y="1690173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Clustering</a:t>
            </a:r>
            <a:endParaRPr lang="LID4096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8BEA430-ADA8-DF4B-D3D2-F3E9A16AC6F7}"/>
              </a:ext>
            </a:extLst>
          </p:cNvPr>
          <p:cNvSpPr txBox="1">
            <a:spLocks/>
          </p:cNvSpPr>
          <p:nvPr/>
        </p:nvSpPr>
        <p:spPr>
          <a:xfrm>
            <a:off x="4144930" y="2505075"/>
            <a:ext cx="3305142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creating</a:t>
            </a:r>
            <a:r>
              <a:rPr lang="de-DE" dirty="0"/>
              <a:t> &amp; </a:t>
            </a:r>
            <a:r>
              <a:rPr lang="de-DE" dirty="0" err="1"/>
              <a:t>training</a:t>
            </a:r>
            <a:endParaRPr lang="LID4096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9307331A-6040-420A-B683-3588CDAE0903}"/>
              </a:ext>
            </a:extLst>
          </p:cNvPr>
          <p:cNvSpPr txBox="1">
            <a:spLocks/>
          </p:cNvSpPr>
          <p:nvPr/>
        </p:nvSpPr>
        <p:spPr>
          <a:xfrm>
            <a:off x="7450072" y="2510094"/>
            <a:ext cx="3305142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creating</a:t>
            </a:r>
            <a:r>
              <a:rPr lang="de-DE" dirty="0"/>
              <a:t> &amp; </a:t>
            </a:r>
            <a:r>
              <a:rPr lang="de-DE" dirty="0" err="1"/>
              <a:t>training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2445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FC518-5E86-5F71-5C21-E05B999A4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obtained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final </a:t>
            </a:r>
            <a:r>
              <a:rPr lang="de-DE" dirty="0" err="1"/>
              <a:t>version</a:t>
            </a:r>
            <a:endParaRPr lang="LID4096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79C39-6D68-3DA4-9424-D552B57C052F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r>
              <a:rPr lang="de-DE" dirty="0"/>
              <a:t>Add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final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version</a:t>
            </a:r>
            <a:endParaRPr lang="LID4096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3C7BA5-F4B2-F72B-B47D-98E1738C6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de-DE" dirty="0"/>
              <a:t>Add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&amp; final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version</a:t>
            </a:r>
            <a:r>
              <a:rPr lang="de-DE" dirty="0"/>
              <a:t>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147966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2D4B7-B33C-EF93-5C93-B37A01AC0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 off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696BD-A866-9FA9-F0EC-9B9076F24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Performance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03BFB5-F71E-8736-01FC-81DB10BC7E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/>
              <a:t>Talk </a:t>
            </a:r>
            <a:r>
              <a:rPr lang="de-DE" dirty="0" err="1"/>
              <a:t>about</a:t>
            </a:r>
            <a:r>
              <a:rPr lang="de-DE" dirty="0"/>
              <a:t> trade off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interpretability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LID4096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852C2E-9BDD-56A5-3733-853F5FFB7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Interpretability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27A23F-BC1C-7964-BECE-762DAEE30EE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DE" dirty="0"/>
              <a:t>Talk </a:t>
            </a:r>
            <a:r>
              <a:rPr lang="de-DE" dirty="0" err="1"/>
              <a:t>about</a:t>
            </a:r>
            <a:r>
              <a:rPr lang="de-DE" dirty="0"/>
              <a:t> trade off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interpretability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LID4096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176239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348D-2D83-7C7E-1DFD-207E03863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Analyzation</a:t>
            </a:r>
            <a:r>
              <a:rPr lang="de-DE" dirty="0"/>
              <a:t> &amp; </a:t>
            </a:r>
            <a:r>
              <a:rPr lang="de-DE" dirty="0" err="1"/>
              <a:t>justification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DF4AF-E048-594C-C5C4-1E6470F692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Analyze and describe the reasons for selecting one of your implemented models as a best option for each task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A10BE0-E443-E1DB-6F12-574BFD9D1B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4558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A2FE-9395-A0F4-BAB0-19E6B5F1E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 </a:t>
            </a:r>
            <a:r>
              <a:rPr lang="de-DE" dirty="0" err="1"/>
              <a:t>analysis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74116-0EA1-E892-416B-53FDAB418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final analysis, reflection and conclusion on the proposed solutions.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33373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163</Words>
  <Application>Microsoft Office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Title of presentation</vt:lpstr>
      <vt:lpstr>Index</vt:lpstr>
      <vt:lpstr>Project Description</vt:lpstr>
      <vt:lpstr>Problem overview</vt:lpstr>
      <vt:lpstr>Model overview</vt:lpstr>
      <vt:lpstr>Results obtained with final version</vt:lpstr>
      <vt:lpstr>Trade off</vt:lpstr>
      <vt:lpstr>Analyzation &amp; justification</vt:lpstr>
      <vt:lpstr>Final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Burchard, Maks (240894)</dc:creator>
  <cp:lastModifiedBy>Burchard, Maks (240894)</cp:lastModifiedBy>
  <cp:revision>6</cp:revision>
  <dcterms:created xsi:type="dcterms:W3CDTF">2025-01-20T20:03:34Z</dcterms:created>
  <dcterms:modified xsi:type="dcterms:W3CDTF">2025-01-20T20:14:16Z</dcterms:modified>
</cp:coreProperties>
</file>