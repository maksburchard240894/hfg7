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4" r:id="rId6"/>
    <p:sldId id="266" r:id="rId7"/>
    <p:sldId id="262" r:id="rId8"/>
    <p:sldId id="267" r:id="rId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696F-644C-DA68-34EF-8429EF20B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F67AE-71D2-CE93-E340-A29F9D408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8881E-B94E-3744-87CD-CE37E1034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5CCA-D0DC-4F45-BB58-85BD5DF4C5D0}" type="datetimeFigureOut">
              <a:rPr lang="LID4096" smtClean="0"/>
              <a:t>01/24/2025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FC7A8-EF85-BE77-672E-4CA4F6CB2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7BC9B-D441-C85C-5B75-B5FD3674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0E4F-4A2A-4326-9367-148B01ED7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716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5BB1-D9AB-32E3-8AFB-7CABC9F97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F7BB-6004-3D8D-55AC-1D8E6A8C8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D3E2C-BCAF-3273-DB26-265AA5F13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5CCA-D0DC-4F45-BB58-85BD5DF4C5D0}" type="datetimeFigureOut">
              <a:rPr lang="LID4096" smtClean="0"/>
              <a:t>01/24/2025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D93E5-8C13-F58D-8106-62C083CCA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3D70A-9DA2-CCDE-D446-DBE72B91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0E4F-4A2A-4326-9367-148B01ED7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5179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F9C9-BC56-3C67-81CE-529307F53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FC56E-CDD4-18B4-6966-705DA58F0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EE23A-C276-AD57-28CC-8FA1A0BC7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5CCA-D0DC-4F45-BB58-85BD5DF4C5D0}" type="datetimeFigureOut">
              <a:rPr lang="LID4096" smtClean="0"/>
              <a:t>01/24/2025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969C7-09EA-14FA-D9D4-1A8BCA979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37448-59B6-0795-EF3D-CBEBA6146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0E4F-4A2A-4326-9367-148B01ED7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067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E2CB-BB59-73F5-F8D3-D04FA434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2A350-1824-8D4C-672D-2AEC2C4A2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47FA4-48C3-74AB-22A3-A335F95A9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09724-17BF-102D-E434-080684F43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5CCA-D0DC-4F45-BB58-85BD5DF4C5D0}" type="datetimeFigureOut">
              <a:rPr lang="LID4096" smtClean="0"/>
              <a:t>01/24/2025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D9156-5D4E-EC7C-2D98-6B141FD1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3C29C-FA9B-19F4-19FC-C02773F3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0E4F-4A2A-4326-9367-148B01ED7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5545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B270-5CB9-2B0C-33F9-480592C4F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DA30D-DAAA-18E1-E977-D6C7EEB74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D97DA-6562-EBBC-13A9-5C059227F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17CF0-9DE6-B21E-B48C-9BC7D4492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94D19-96E3-DC36-0388-AA68BD65E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5EADF5-CD83-281B-2488-FCB3BE42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5CCA-D0DC-4F45-BB58-85BD5DF4C5D0}" type="datetimeFigureOut">
              <a:rPr lang="LID4096" smtClean="0"/>
              <a:t>01/24/2025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BF140-A6E3-F374-346C-A1381F31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C8A97D-D50C-6CB9-16CC-735BB94F6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0E4F-4A2A-4326-9367-148B01ED7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423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A28B-6946-6721-8FE2-5F33EC349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37B17-1BF8-9952-57EA-1A41299EF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5CCA-D0DC-4F45-BB58-85BD5DF4C5D0}" type="datetimeFigureOut">
              <a:rPr lang="LID4096" smtClean="0"/>
              <a:t>01/24/2025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3EE3A-2A1B-AD77-E01B-76D16175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0A2399-9AF0-A1A3-EE1B-185C1AD35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0E4F-4A2A-4326-9367-148B01ED7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149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DD5466-B80C-AC31-5DE2-B6D795EEB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5CCA-D0DC-4F45-BB58-85BD5DF4C5D0}" type="datetimeFigureOut">
              <a:rPr lang="LID4096" smtClean="0"/>
              <a:t>01/24/2025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0D01F-225C-C12C-96B4-4D055EA4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46A0C-1B22-CED6-A583-F35404A4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0E4F-4A2A-4326-9367-148B01ED7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756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6F8F-C0AF-056C-B3E5-D74B2922D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33B58-1D41-9A7E-264C-BE7765137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B0DEA-E8E4-FD8C-C96D-F79EBD8B9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135A0-D9EB-47FA-FD3B-C8C19783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5CCA-D0DC-4F45-BB58-85BD5DF4C5D0}" type="datetimeFigureOut">
              <a:rPr lang="LID4096" smtClean="0"/>
              <a:t>01/24/2025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7823D-1BAA-4E57-FA29-B67CA8466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159A1-78F5-17B4-D92A-D356A7E9E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0E4F-4A2A-4326-9367-148B01ED7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8921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0442-AB6C-8A19-A1C0-A9CE06DF5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2C628-E8A5-AAD3-7409-2E184EDA40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96DE4-5728-3A66-FCE9-68FB2FF23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77E50-EA10-BA1A-41FD-49EE610A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5CCA-D0DC-4F45-BB58-85BD5DF4C5D0}" type="datetimeFigureOut">
              <a:rPr lang="LID4096" smtClean="0"/>
              <a:t>01/24/2025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B58C4-398D-0C3D-12DA-75DB730E6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65974-EF48-28E4-1378-C2B0BD66A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0E4F-4A2A-4326-9367-148B01ED7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322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ADE12-2985-6665-FE56-45EC526BB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DAC67-E99F-0F3C-7C69-00E5A697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4BA2-A7F2-061E-C27F-13C9B611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5CCA-D0DC-4F45-BB58-85BD5DF4C5D0}" type="datetimeFigureOut">
              <a:rPr lang="LID4096" smtClean="0"/>
              <a:t>01/24/2025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B42E9-132D-BD31-A200-8B39870D7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F2C41-98C9-E0E7-D262-478A5F92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0E4F-4A2A-4326-9367-148B01ED7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015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E7026F-11DB-E9C5-6E03-4EC292BF2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75F9C-8877-E662-72DA-71607082E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1A233-230D-574F-8537-9DA3C997C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B5CCA-D0DC-4F45-BB58-85BD5DF4C5D0}" type="datetimeFigureOut">
              <a:rPr lang="LID4096" smtClean="0"/>
              <a:t>01/24/2025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3EF54-7B68-8D0C-224B-3F5DE7EE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2C553-531C-9004-B916-7C8AEA1E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0E4F-4A2A-4326-9367-148B01ED7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6755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9B456D-92FB-1D44-2B2C-C909B06A3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93DF4-9D99-E503-9952-3CF8C0C83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1936-16A3-0413-EDB0-334121DFA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3B5CCA-D0DC-4F45-BB58-85BD5DF4C5D0}" type="datetimeFigureOut">
              <a:rPr lang="LID4096" smtClean="0"/>
              <a:t>01/24/2025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3AE64-D3D1-521D-843A-0C8CE733E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E861-435F-B5FE-3322-59D900564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A0E4F-4A2A-4326-9367-148B01ED7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539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CECE-EB4E-F5ED-CA7C-3FE8D93E3E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Y1 Block B Final </a:t>
            </a:r>
            <a:r>
              <a:rPr lang="de-DE" dirty="0" err="1"/>
              <a:t>Presentation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863FF-B780-0A0E-F133-FC2B3E598F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Maks Burchard, Applied Data Science &amp;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endParaRPr lang="de-DE" dirty="0"/>
          </a:p>
          <a:p>
            <a:r>
              <a:rPr lang="de-DE" dirty="0"/>
              <a:t>Y1, Block B, Final </a:t>
            </a:r>
            <a:r>
              <a:rPr lang="de-DE" dirty="0" err="1"/>
              <a:t>Presentation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19215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928A-D0F3-F64B-E21A-029D015E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Index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4E3DA-086A-D583-B4DB-8E55C8D99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Project Description</a:t>
            </a:r>
          </a:p>
          <a:p>
            <a:r>
              <a:rPr lang="de-DE" dirty="0"/>
              <a:t>Problem </a:t>
            </a:r>
            <a:r>
              <a:rPr lang="de-DE" dirty="0" err="1"/>
              <a:t>overview</a:t>
            </a:r>
            <a:endParaRPr lang="de-DE" dirty="0"/>
          </a:p>
          <a:p>
            <a:r>
              <a:rPr lang="de-DE" dirty="0"/>
              <a:t>Model </a:t>
            </a:r>
            <a:r>
              <a:rPr lang="de-DE" dirty="0" err="1"/>
              <a:t>overview</a:t>
            </a:r>
            <a:endParaRPr lang="de-DE" dirty="0"/>
          </a:p>
          <a:p>
            <a:r>
              <a:rPr lang="de-DE" dirty="0"/>
              <a:t>Trade off</a:t>
            </a:r>
          </a:p>
          <a:p>
            <a:r>
              <a:rPr lang="de-DE" dirty="0" err="1"/>
              <a:t>Analysation</a:t>
            </a:r>
            <a:r>
              <a:rPr lang="de-DE" dirty="0"/>
              <a:t> &amp; </a:t>
            </a:r>
            <a:r>
              <a:rPr lang="de-DE" dirty="0" err="1"/>
              <a:t>justification</a:t>
            </a:r>
            <a:endParaRPr lang="de-DE" dirty="0"/>
          </a:p>
          <a:p>
            <a:r>
              <a:rPr lang="de-DE" dirty="0"/>
              <a:t>Final </a:t>
            </a:r>
            <a:r>
              <a:rPr lang="de-DE" dirty="0" err="1"/>
              <a:t>analysis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4225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82809-7CB0-729F-5A36-FCA40B30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Description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14D8C-A46A-DE39-38B5-71D09A835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de-DE" dirty="0"/>
              <a:t>Medical </a:t>
            </a:r>
            <a:r>
              <a:rPr lang="de-DE" dirty="0" err="1"/>
              <a:t>data</a:t>
            </a:r>
            <a:endParaRPr lang="de-DE" dirty="0"/>
          </a:p>
          <a:p>
            <a:endParaRPr lang="de-DE" dirty="0"/>
          </a:p>
          <a:p>
            <a:r>
              <a:rPr lang="de-DE" dirty="0"/>
              <a:t>Lots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correlations</a:t>
            </a:r>
            <a:r>
              <a:rPr lang="de-DE" dirty="0"/>
              <a:t> (EDA)</a:t>
            </a:r>
          </a:p>
          <a:p>
            <a:endParaRPr lang="de-DE" dirty="0"/>
          </a:p>
          <a:p>
            <a:r>
              <a:rPr lang="de-DE" dirty="0"/>
              <a:t>Lots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options</a:t>
            </a:r>
            <a:endParaRPr lang="de-DE" dirty="0"/>
          </a:p>
          <a:p>
            <a:endParaRPr lang="de-DE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10309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FF51-2217-BDA1-25CD-2AD1B4EA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 </a:t>
            </a:r>
            <a:r>
              <a:rPr lang="de-DE" dirty="0" err="1"/>
              <a:t>overview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53730-5AAA-06C6-78D3-3E26E81FB8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  <a:p>
            <a:endParaRPr lang="en-US" dirty="0"/>
          </a:p>
          <a:p>
            <a:r>
              <a:rPr lang="en-US" dirty="0"/>
              <a:t>Age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06581-FC0C-9A84-8C2A-B3CBD4E65B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1250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FA94-4BA0-808D-DE41-5DDF47A5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overview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7873A-AF9F-E8A4-8950-F2DDFA026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308318" cy="823912"/>
          </a:xfrm>
        </p:spPr>
        <p:txBody>
          <a:bodyPr/>
          <a:lstStyle/>
          <a:p>
            <a:r>
              <a:rPr lang="de-DE" dirty="0"/>
              <a:t>Regression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6D1A9-485C-99FD-6F4C-66E92423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538431" cy="3684588"/>
          </a:xfrm>
        </p:spPr>
        <p:txBody>
          <a:bodyPr>
            <a:normAutofit/>
          </a:bodyPr>
          <a:lstStyle/>
          <a:p>
            <a:r>
              <a:rPr lang="en-US" sz="2400" dirty="0"/>
              <a:t>Linear Regression </a:t>
            </a:r>
          </a:p>
          <a:p>
            <a:r>
              <a:rPr lang="en-US" sz="2400" dirty="0"/>
              <a:t>Decision Tree </a:t>
            </a:r>
          </a:p>
          <a:p>
            <a:r>
              <a:rPr lang="en-US" sz="2400" dirty="0"/>
              <a:t>Gradient Boosting</a:t>
            </a:r>
          </a:p>
          <a:p>
            <a:r>
              <a:rPr lang="en-US" sz="2400" dirty="0" err="1"/>
              <a:t>XGBoost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Load, pre-process, split</a:t>
            </a:r>
            <a:endParaRPr lang="LID4096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EE566-FF02-DD5C-A666-0E04E8248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48106" y="1681163"/>
            <a:ext cx="3301966" cy="823912"/>
          </a:xfrm>
        </p:spPr>
        <p:txBody>
          <a:bodyPr/>
          <a:lstStyle/>
          <a:p>
            <a:r>
              <a:rPr lang="de-DE" dirty="0"/>
              <a:t>Classification</a:t>
            </a:r>
            <a:endParaRPr lang="LID4096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333A73E-73CF-A09D-0F57-88774233A416}"/>
              </a:ext>
            </a:extLst>
          </p:cNvPr>
          <p:cNvSpPr txBox="1">
            <a:spLocks/>
          </p:cNvSpPr>
          <p:nvPr/>
        </p:nvSpPr>
        <p:spPr>
          <a:xfrm>
            <a:off x="7661195" y="1694442"/>
            <a:ext cx="3479894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Clustering</a:t>
            </a:r>
            <a:endParaRPr lang="LID4096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8BEA430-ADA8-DF4B-D3D2-F3E9A16AC6F7}"/>
              </a:ext>
            </a:extLst>
          </p:cNvPr>
          <p:cNvSpPr txBox="1">
            <a:spLocks/>
          </p:cNvSpPr>
          <p:nvPr/>
        </p:nvSpPr>
        <p:spPr>
          <a:xfrm>
            <a:off x="4144929" y="2505075"/>
            <a:ext cx="3612331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Logistic Regression</a:t>
            </a:r>
          </a:p>
          <a:p>
            <a:r>
              <a:rPr lang="en-US" sz="2400" dirty="0"/>
              <a:t> Random Forest </a:t>
            </a:r>
          </a:p>
          <a:p>
            <a:r>
              <a:rPr lang="en-US" sz="2400" dirty="0"/>
              <a:t>K-Nearest Neighbors</a:t>
            </a:r>
          </a:p>
          <a:p>
            <a:endParaRPr lang="en-US" sz="2400" dirty="0"/>
          </a:p>
          <a:p>
            <a:r>
              <a:rPr lang="en-US" sz="2400" dirty="0"/>
              <a:t>Load, pre-process, split</a:t>
            </a:r>
            <a:endParaRPr lang="LID4096" sz="2400" dirty="0"/>
          </a:p>
          <a:p>
            <a:endParaRPr lang="LID4096" sz="240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307331A-6040-420A-B683-3588CDAE0903}"/>
              </a:ext>
            </a:extLst>
          </p:cNvPr>
          <p:cNvSpPr txBox="1">
            <a:spLocks/>
          </p:cNvSpPr>
          <p:nvPr/>
        </p:nvSpPr>
        <p:spPr>
          <a:xfrm>
            <a:off x="7658019" y="2514363"/>
            <a:ext cx="3694192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K-</a:t>
            </a:r>
            <a:r>
              <a:rPr lang="de-DE" sz="2400" dirty="0" err="1"/>
              <a:t>Means</a:t>
            </a:r>
            <a:endParaRPr lang="de-DE" sz="2400" dirty="0"/>
          </a:p>
          <a:p>
            <a:r>
              <a:rPr lang="de-DE" sz="2400" dirty="0"/>
              <a:t>Random </a:t>
            </a:r>
            <a:r>
              <a:rPr lang="de-DE" sz="2400" dirty="0" err="1"/>
              <a:t>Hierarchical</a:t>
            </a:r>
            <a:r>
              <a:rPr lang="de-DE" sz="2400" dirty="0"/>
              <a:t> </a:t>
            </a:r>
          </a:p>
          <a:p>
            <a:r>
              <a:rPr lang="de-DE" sz="2400" dirty="0"/>
              <a:t>DBSCAN</a:t>
            </a:r>
          </a:p>
          <a:p>
            <a:endParaRPr lang="de-DE" sz="2400" dirty="0"/>
          </a:p>
          <a:p>
            <a:r>
              <a:rPr lang="en-US" sz="2400" dirty="0"/>
              <a:t>Load, pre-process, split, reduce dimensionalities</a:t>
            </a:r>
            <a:endParaRPr lang="LID4096" sz="2400" dirty="0"/>
          </a:p>
          <a:p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222445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2D4B7-B33C-EF93-5C93-B37A01AC0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Trade off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696BD-A866-9FA9-F0EC-9B9076F24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Performance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3BFB5-F71E-8736-01FC-81DB10BC7E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Hyperparameter </a:t>
            </a:r>
            <a:r>
              <a:rPr lang="de-DE" sz="2400" dirty="0" err="1"/>
              <a:t>tuning</a:t>
            </a:r>
            <a:endParaRPr lang="de-DE" sz="2400" dirty="0"/>
          </a:p>
          <a:p>
            <a:endParaRPr lang="de-DE" sz="2400" dirty="0"/>
          </a:p>
          <a:p>
            <a:r>
              <a:rPr lang="de-DE" sz="2400" dirty="0"/>
              <a:t>Models</a:t>
            </a:r>
          </a:p>
          <a:p>
            <a:endParaRPr lang="de-DE" sz="2400" dirty="0"/>
          </a:p>
          <a:p>
            <a:r>
              <a:rPr lang="de-DE" sz="2400" dirty="0" err="1"/>
              <a:t>Computation</a:t>
            </a:r>
            <a:endParaRPr lang="LID4096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852C2E-9BDD-56A5-3733-853F5FFB7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err="1"/>
              <a:t>Interpretability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7A23F-BC1C-7964-BECE-762DAEE30EE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sz="2400" dirty="0"/>
              <a:t>Outside </a:t>
            </a:r>
            <a:r>
              <a:rPr lang="de-DE" sz="2400" dirty="0" err="1"/>
              <a:t>your</a:t>
            </a:r>
            <a:r>
              <a:rPr lang="de-DE" sz="2400" dirty="0"/>
              <a:t> </a:t>
            </a:r>
            <a:r>
              <a:rPr lang="de-DE" sz="2400" dirty="0" err="1"/>
              <a:t>knowledge</a:t>
            </a:r>
            <a:endParaRPr lang="LID4096" sz="2400" dirty="0"/>
          </a:p>
          <a:p>
            <a:endParaRPr lang="de-DE" sz="2400" dirty="0"/>
          </a:p>
          <a:p>
            <a:r>
              <a:rPr lang="de-DE" sz="2400" dirty="0"/>
              <a:t>At a </a:t>
            </a:r>
            <a:r>
              <a:rPr lang="de-DE" sz="2400" dirty="0" err="1"/>
              <a:t>glance</a:t>
            </a:r>
            <a:endParaRPr lang="de-DE" sz="2400" dirty="0"/>
          </a:p>
          <a:p>
            <a:endParaRPr lang="de-DE" sz="2400" dirty="0"/>
          </a:p>
          <a:p>
            <a:r>
              <a:rPr lang="de-DE" sz="2400" dirty="0"/>
              <a:t>Crash</a:t>
            </a:r>
          </a:p>
        </p:txBody>
      </p:sp>
    </p:spTree>
    <p:extLst>
      <p:ext uri="{BB962C8B-B14F-4D97-AF65-F5344CB8AC3E}">
        <p14:creationId xmlns:p14="http://schemas.microsoft.com/office/powerpoint/2010/main" val="2176239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348D-2D83-7C7E-1DFD-207E03863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Analysation</a:t>
            </a:r>
            <a:r>
              <a:rPr lang="de-DE" dirty="0"/>
              <a:t> &amp; </a:t>
            </a:r>
            <a:r>
              <a:rPr lang="de-DE" dirty="0" err="1"/>
              <a:t>justification</a:t>
            </a:r>
            <a:endParaRPr lang="LID4096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5116CCB-1BA7-BAA4-D02D-56C5FB641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538431" cy="3684588"/>
          </a:xfrm>
        </p:spPr>
        <p:txBody>
          <a:bodyPr>
            <a:normAutofit/>
          </a:bodyPr>
          <a:lstStyle/>
          <a:p>
            <a:r>
              <a:rPr lang="en-US" sz="2400" dirty="0"/>
              <a:t>Decision Tree </a:t>
            </a:r>
          </a:p>
          <a:p>
            <a:endParaRPr lang="en-US" sz="2400" dirty="0"/>
          </a:p>
          <a:p>
            <a:r>
              <a:rPr lang="en-US" sz="2400" dirty="0"/>
              <a:t>Eeks out win</a:t>
            </a:r>
          </a:p>
          <a:p>
            <a:endParaRPr lang="en-US" sz="2400" dirty="0"/>
          </a:p>
          <a:p>
            <a:r>
              <a:rPr lang="en-US" sz="2400" dirty="0"/>
              <a:t>Lowest scores</a:t>
            </a:r>
          </a:p>
          <a:p>
            <a:pPr marL="0" indent="0">
              <a:buNone/>
            </a:pPr>
            <a:endParaRPr lang="LID4096" sz="24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BAE6289-C192-1F6C-2055-FCE9799DA0C4}"/>
              </a:ext>
            </a:extLst>
          </p:cNvPr>
          <p:cNvSpPr txBox="1">
            <a:spLocks/>
          </p:cNvSpPr>
          <p:nvPr/>
        </p:nvSpPr>
        <p:spPr>
          <a:xfrm>
            <a:off x="7661195" y="1694442"/>
            <a:ext cx="3479894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Clustering</a:t>
            </a:r>
            <a:endParaRPr lang="LID4096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9444847-29A5-3545-6D44-BA49F493CB7E}"/>
              </a:ext>
            </a:extLst>
          </p:cNvPr>
          <p:cNvSpPr txBox="1">
            <a:spLocks/>
          </p:cNvSpPr>
          <p:nvPr/>
        </p:nvSpPr>
        <p:spPr>
          <a:xfrm>
            <a:off x="4144929" y="2505075"/>
            <a:ext cx="3612331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Random Forest </a:t>
            </a:r>
          </a:p>
          <a:p>
            <a:endParaRPr lang="en-US" sz="2400" dirty="0"/>
          </a:p>
          <a:p>
            <a:r>
              <a:rPr lang="de-DE" sz="2400" dirty="0" err="1"/>
              <a:t>Convincing</a:t>
            </a:r>
            <a:endParaRPr lang="de-DE" sz="2400" dirty="0"/>
          </a:p>
          <a:p>
            <a:endParaRPr lang="de-DE" sz="2400" dirty="0"/>
          </a:p>
          <a:p>
            <a:r>
              <a:rPr lang="de-DE" sz="2400" dirty="0" err="1"/>
              <a:t>Accuracy</a:t>
            </a:r>
            <a:r>
              <a:rPr lang="de-DE" sz="2400" dirty="0"/>
              <a:t>…</a:t>
            </a:r>
            <a:endParaRPr lang="LID4096" sz="2400" dirty="0"/>
          </a:p>
          <a:p>
            <a:endParaRPr lang="LID4096" sz="2400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B875957-DB37-6588-57BD-FB0A51F0FA83}"/>
              </a:ext>
            </a:extLst>
          </p:cNvPr>
          <p:cNvSpPr txBox="1">
            <a:spLocks/>
          </p:cNvSpPr>
          <p:nvPr/>
        </p:nvSpPr>
        <p:spPr>
          <a:xfrm>
            <a:off x="7658019" y="2514363"/>
            <a:ext cx="3694192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Random </a:t>
            </a:r>
            <a:r>
              <a:rPr lang="de-DE" sz="2400" dirty="0" err="1"/>
              <a:t>Hierarchical</a:t>
            </a:r>
            <a:r>
              <a:rPr lang="de-DE" sz="2400" dirty="0"/>
              <a:t> </a:t>
            </a:r>
          </a:p>
          <a:p>
            <a:endParaRPr lang="de-DE" sz="2400" dirty="0"/>
          </a:p>
          <a:p>
            <a:r>
              <a:rPr lang="de-DE" sz="2400" dirty="0"/>
              <a:t>Very </a:t>
            </a:r>
            <a:r>
              <a:rPr lang="de-DE" sz="2400" dirty="0" err="1"/>
              <a:t>convincing</a:t>
            </a:r>
            <a:endParaRPr lang="de-DE" sz="2400" dirty="0"/>
          </a:p>
          <a:p>
            <a:endParaRPr lang="de-DE" sz="2400" dirty="0"/>
          </a:p>
          <a:p>
            <a:r>
              <a:rPr lang="de-DE" sz="2400" dirty="0"/>
              <a:t>High score</a:t>
            </a:r>
            <a:endParaRPr lang="LID4096" sz="2400" dirty="0"/>
          </a:p>
          <a:p>
            <a:endParaRPr lang="LID4096" sz="2400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EA708B27-1F9D-D735-6405-9EDF4C2E7EF4}"/>
              </a:ext>
            </a:extLst>
          </p:cNvPr>
          <p:cNvSpPr txBox="1">
            <a:spLocks/>
          </p:cNvSpPr>
          <p:nvPr/>
        </p:nvSpPr>
        <p:spPr>
          <a:xfrm>
            <a:off x="4181301" y="1694442"/>
            <a:ext cx="3479894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Classification</a:t>
            </a:r>
            <a:endParaRPr lang="LID4096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C92219E-A2EA-FE28-2507-FADF43268593}"/>
              </a:ext>
            </a:extLst>
          </p:cNvPr>
          <p:cNvSpPr txBox="1">
            <a:spLocks/>
          </p:cNvSpPr>
          <p:nvPr/>
        </p:nvSpPr>
        <p:spPr>
          <a:xfrm>
            <a:off x="869056" y="1694442"/>
            <a:ext cx="3479894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Regression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04558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A2FE-9395-A0F4-BAB0-19E6B5F1E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Final </a:t>
            </a:r>
            <a:r>
              <a:rPr lang="de-DE" dirty="0" err="1"/>
              <a:t>analysis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74116-0EA1-E892-416B-53FDAB418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Narrow difference between regression</a:t>
            </a:r>
          </a:p>
          <a:p>
            <a:endParaRPr lang="en-US" dirty="0"/>
          </a:p>
          <a:p>
            <a:r>
              <a:rPr lang="en-US" dirty="0"/>
              <a:t>Classification: best, not good</a:t>
            </a:r>
          </a:p>
          <a:p>
            <a:endParaRPr lang="en-US" dirty="0"/>
          </a:p>
          <a:p>
            <a:r>
              <a:rPr lang="en-US" dirty="0"/>
              <a:t>RHC clear winner in clustering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33373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149</Words>
  <Application>Microsoft Office PowerPoint</Application>
  <PresentationFormat>Widescreen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Y1 Block B Final Presentation</vt:lpstr>
      <vt:lpstr>Index</vt:lpstr>
      <vt:lpstr>Project Description</vt:lpstr>
      <vt:lpstr>Problem overview</vt:lpstr>
      <vt:lpstr>Model overview</vt:lpstr>
      <vt:lpstr>Trade off</vt:lpstr>
      <vt:lpstr>Analysation &amp; justification</vt:lpstr>
      <vt:lpstr>Final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Burchard, Maks (240894)</dc:creator>
  <cp:lastModifiedBy>Burchard, Maks (240894)</cp:lastModifiedBy>
  <cp:revision>47</cp:revision>
  <dcterms:created xsi:type="dcterms:W3CDTF">2025-01-20T20:03:34Z</dcterms:created>
  <dcterms:modified xsi:type="dcterms:W3CDTF">2025-01-23T23:57:07Z</dcterms:modified>
</cp:coreProperties>
</file>