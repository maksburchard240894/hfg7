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84" y="8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0816559dd0360af2225c18eb903a9c4486e4fb96/Deliverables/Learning%20Log%20-%20Y1B-2024-25_ADSAI.pptx" TargetMode="External"/><Relationship Id="rId3" Type="http://schemas.openxmlformats.org/officeDocument/2006/relationships/hyperlink" Target="https://github.com/BredaUniversityADSAI/2024-25b-fai1-adsai-MaksBurchard240894/blob/641210492f586c7e7048ca3999cc3dd4c452cfa2/Deliverables/CreativeBrief_MaksBurchard_240894.ipynb" TargetMode="External"/><Relationship Id="rId7" Type="http://schemas.openxmlformats.org/officeDocument/2006/relationships/hyperlink" Target="https://github.com/BredaUniversityADSAI/2024-25b-fai1-adsai-MaksBurchard240894/blob/d5abdbda997298c5edfd9312bbeacd84588db915/Deliverables/Worklog%20-%20Y1B-2024-25_ADSAI.xlsx" TargetMode="External"/><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hyperlink" Target="https://github.com/BredaUniversityADSAI/2024-25b-fai1-adsai-MaksBurchard240894/blob/a4d391e330aeeb565263d5b6217f66450147fe70/Block%20B/Final%20Presentation.pdf" TargetMode="External"/><Relationship Id="rId5" Type="http://schemas.openxmlformats.org/officeDocument/2006/relationships/hyperlink" Target="https://github.com/BredaUniversityADSAI/2024-25b-fai1-adsai-MaksBurchard240894/blob/d5abdbda997298c5edfd9312bbeacd84588db915/Block%20B/Final%20Presentation.pptx" TargetMode="External"/><Relationship Id="rId4" Type="http://schemas.openxmlformats.org/officeDocument/2006/relationships/hyperlink" Target="https://github.com/BredaUniversityADSAI/2024-25b-fai1-adsai-MaksBurchard240894/blob/641210492f586c7e7048ca3999cc3dd4c452cfa2/Deliverables/FinalReport_Maks_Burchard_240894.docx" TargetMode="External"/><Relationship Id="rId9" Type="http://schemas.openxmlformats.org/officeDocument/2006/relationships/hyperlink" Target="https://github.com/BredaUniversityADSAI/2024-25b-fai1-adsai-MaksBurchard240894/blob/d5abdbda997298c5edfd9312bbeacd84588db915/Deliverables/Self%20Assessment%20Rubric%20-%20Y1B-%202024-25_ADSAI.xls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a4d391e330aeeb565263d5b6217f66450147fe70/Block%20B/Final%20Presentation.pptx"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 Id="rId5" Type="http://schemas.openxmlformats.org/officeDocument/2006/relationships/hyperlink" Target="https://edubuas.sharepoint.com/:p:/t/Generalstudyinformation-ADSAI/ERiYYoxNX-BKsOj2_KXbAMgBIAfpxKrSoA3D47Vyn14vOg?e=qQDTHp" TargetMode="External"/><Relationship Id="rId4" Type="http://schemas.openxmlformats.org/officeDocument/2006/relationships/hyperlink" Target="https://github.com/BredaUniversityADSAI/2024-25b-fai1-adsai-MaksBurchard240894/blob/a4d391e330aeeb565263d5b6217f66450147fe70/Block%20B/Final%20Presentation.pdf"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5.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Block%20B/PricePred_temp.ipynb"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d5abdbda997298c5edfd9312bbeacd84588db915/Block%20B/Final%20Presentation.pptx"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Deliverables/FinalReport_Maks_Burchard_240894.docx" TargetMode="External"/><Relationship Id="rId5" Type="http://schemas.openxmlformats.org/officeDocument/2006/relationships/hyperlink" Target="https://github.com/BredaUniversityADSAI/2024-25b-fai1-adsai-MaksBurchard240894/blob/2a5960277c5e20d1ba05a55e632d3fcfd124ccdd/Deliverables/CreativeBrief_MaksBurchard_240894.ipynb" TargetMode="External"/><Relationship Id="rId4" Type="http://schemas.openxmlformats.org/officeDocument/2006/relationships/hyperlink" Target="https://github.com/BredaUniversityADSAI/2024-25b-fai1-adsai-MaksBurchard240894/blob/a4d391e330aeeb565263d5b6217f66450147fe70/Block%20B/Final%20Presentation.pdf"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en-US" noProof="0" dirty="0"/>
              <a:t>It‘s the first week so there‘s not really much to talk about.</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US" b="1" noProof="0" dirty="0"/>
              <a:t>Milo </a:t>
            </a:r>
            <a:r>
              <a:rPr lang="en-US" b="1" noProof="0" dirty="0" err="1"/>
              <a:t>Everse</a:t>
            </a:r>
            <a:r>
              <a:rPr lang="en-US" b="1" noProof="0" dirty="0"/>
              <a:t> </a:t>
            </a:r>
            <a:r>
              <a:rPr lang="en-US" noProof="0" dirty="0"/>
              <a:t>Compared to the mentor feedback, the work this week was not sufficient.</a:t>
            </a:r>
          </a:p>
          <a:p>
            <a:pPr marL="0" lvl="0" indent="0" algn="l" rtl="0">
              <a:spcBef>
                <a:spcPts val="800"/>
              </a:spcBef>
              <a:spcAft>
                <a:spcPts val="800"/>
              </a:spcAft>
              <a:buNone/>
            </a:pPr>
            <a:r>
              <a:rPr lang="en" dirty="0"/>
              <a:t>I did not really attempt to adress the mentor feedback this week so during week 4 I will have to try and adress it. Feedback is fair.</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Being behind on a task is not good, but for the rest everything seems fine.</a:t>
            </a:r>
            <a:endParaRPr dirty="0"/>
          </a:p>
          <a:p>
            <a:pPr marL="0" lvl="0" indent="0" algn="l" rtl="0">
              <a:spcBef>
                <a:spcPts val="800"/>
              </a:spcBef>
              <a:spcAft>
                <a:spcPts val="800"/>
              </a:spcAft>
              <a:buNone/>
            </a:pPr>
            <a:r>
              <a:rPr lang="en" dirty="0"/>
              <a:t>I am still behind on some tasks due to my sickness last week, but I understand the concern, especially this close to the final deadline. The fact everything else seems fine is reassuring.</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finished</a:t>
            </a:r>
            <a:r>
              <a:rPr lang="de-DE" dirty="0"/>
              <a:t> all </a:t>
            </a:r>
            <a:r>
              <a:rPr lang="de-DE" dirty="0" err="1"/>
              <a:t>the</a:t>
            </a:r>
            <a:r>
              <a:rPr lang="de-DE" dirty="0"/>
              <a:t> </a:t>
            </a:r>
            <a:r>
              <a:rPr lang="de-DE" dirty="0" err="1"/>
              <a:t>documents</a:t>
            </a:r>
            <a:r>
              <a:rPr lang="de-DE" dirty="0"/>
              <a:t> </a:t>
            </a:r>
            <a:r>
              <a:rPr lang="de-DE" dirty="0" err="1"/>
              <a:t>that</a:t>
            </a:r>
            <a:r>
              <a:rPr lang="de-DE" dirty="0"/>
              <a:t> I </a:t>
            </a:r>
            <a:r>
              <a:rPr lang="de-DE" dirty="0" err="1"/>
              <a:t>needed</a:t>
            </a:r>
            <a:r>
              <a:rPr lang="de-DE" dirty="0"/>
              <a:t> </a:t>
            </a:r>
            <a:r>
              <a:rPr lang="de-DE" dirty="0" err="1"/>
              <a:t>to</a:t>
            </a:r>
            <a:r>
              <a:rPr lang="de-DE" dirty="0"/>
              <a:t>, </a:t>
            </a:r>
            <a:r>
              <a:rPr lang="de-DE" dirty="0" err="1"/>
              <a:t>from</a:t>
            </a:r>
            <a:r>
              <a:rPr lang="de-DE" dirty="0"/>
              <a:t> </a:t>
            </a:r>
            <a:r>
              <a:rPr lang="de-DE" dirty="0" err="1"/>
              <a:t>the</a:t>
            </a:r>
            <a:r>
              <a:rPr lang="de-DE" dirty="0"/>
              <a:t> </a:t>
            </a:r>
            <a:r>
              <a:rPr lang="de-DE" dirty="0" err="1"/>
              <a:t>creative</a:t>
            </a:r>
            <a:r>
              <a:rPr lang="de-DE" dirty="0"/>
              <a:t> </a:t>
            </a:r>
            <a:r>
              <a:rPr lang="de-DE" dirty="0" err="1"/>
              <a:t>brief</a:t>
            </a:r>
            <a:r>
              <a:rPr lang="de-DE" dirty="0"/>
              <a:t> &amp; final </a:t>
            </a:r>
            <a:r>
              <a:rPr lang="de-DE" dirty="0" err="1"/>
              <a:t>report</a:t>
            </a:r>
            <a:r>
              <a:rPr lang="de-DE" dirty="0"/>
              <a:t> </a:t>
            </a:r>
            <a:r>
              <a:rPr lang="de-DE" dirty="0" err="1"/>
              <a:t>to</a:t>
            </a:r>
            <a:r>
              <a:rPr lang="de-DE" dirty="0"/>
              <a:t> </a:t>
            </a:r>
            <a:r>
              <a:rPr lang="de-DE" dirty="0" err="1"/>
              <a:t>the</a:t>
            </a:r>
            <a:r>
              <a:rPr lang="de-DE" dirty="0"/>
              <a:t> Work &amp; </a:t>
            </a:r>
            <a:r>
              <a:rPr lang="de-DE" dirty="0" err="1"/>
              <a:t>Leaning</a:t>
            </a:r>
            <a:r>
              <a:rPr lang="de-DE" dirty="0"/>
              <a:t> Logs.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3"/>
              </a:rPr>
              <a:t>Link </a:t>
            </a:r>
            <a:r>
              <a:rPr lang="de-DE" dirty="0" err="1">
                <a:hlinkClick r:id="rId3"/>
              </a:rPr>
              <a:t>to</a:t>
            </a:r>
            <a:r>
              <a:rPr lang="de-DE" dirty="0">
                <a:hlinkClick r:id="rId3"/>
              </a:rPr>
              <a:t> Creative Brief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4"/>
              </a:rPr>
              <a:t>Link </a:t>
            </a:r>
            <a:r>
              <a:rPr lang="de-DE" dirty="0" err="1">
                <a:hlinkClick r:id="rId4"/>
              </a:rPr>
              <a:t>to</a:t>
            </a:r>
            <a:r>
              <a:rPr lang="de-DE" dirty="0">
                <a:hlinkClick r:id="rId4"/>
              </a:rPr>
              <a:t> Final Report</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5"/>
              </a:rPr>
              <a:t>Link </a:t>
            </a:r>
            <a:r>
              <a:rPr lang="de-DE" dirty="0" err="1">
                <a:hlinkClick r:id="rId5"/>
              </a:rPr>
              <a:t>to</a:t>
            </a:r>
            <a:r>
              <a:rPr lang="de-DE" dirty="0">
                <a:hlinkClick r:id="rId5"/>
              </a:rPr>
              <a:t> Final </a:t>
            </a:r>
            <a:r>
              <a:rPr lang="de-DE" dirty="0" err="1">
                <a:hlinkClick r:id="rId5"/>
              </a:rPr>
              <a:t>presentation</a:t>
            </a:r>
            <a:endParaRPr lang="de-DE" dirty="0"/>
          </a:p>
          <a:p>
            <a:pPr marL="182880" lvl="0" indent="-154940" algn="l" rtl="0">
              <a:spcBef>
                <a:spcPts val="0"/>
              </a:spcBef>
              <a:spcAft>
                <a:spcPts val="0"/>
              </a:spcAft>
              <a:buSzPts val="1000"/>
              <a:buChar char="●"/>
            </a:pPr>
            <a:endParaRPr lang="de-DE" dirty="0"/>
          </a:p>
          <a:p>
            <a:pPr marL="182880" indent="-154940"/>
            <a:r>
              <a:rPr lang="en" dirty="0">
                <a:hlinkClick r:id="rId6"/>
              </a:rPr>
              <a:t>Link to Final presentation slides (PDF)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7"/>
              </a:rPr>
              <a:t>Link </a:t>
            </a:r>
            <a:r>
              <a:rPr lang="de-DE" dirty="0" err="1">
                <a:hlinkClick r:id="rId7"/>
              </a:rPr>
              <a:t>to</a:t>
            </a:r>
            <a:r>
              <a:rPr lang="de-DE" dirty="0">
                <a:hlinkClick r:id="rId7"/>
              </a:rPr>
              <a:t> Final </a:t>
            </a:r>
            <a:r>
              <a:rPr lang="de-DE" dirty="0" err="1">
                <a:hlinkClick r:id="rId7"/>
              </a:rPr>
              <a:t>WorkLog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8"/>
              </a:rPr>
              <a:t>Link </a:t>
            </a:r>
            <a:r>
              <a:rPr lang="de-DE" dirty="0" err="1">
                <a:hlinkClick r:id="rId8"/>
              </a:rPr>
              <a:t>to</a:t>
            </a:r>
            <a:r>
              <a:rPr lang="de-DE" dirty="0">
                <a:hlinkClick r:id="rId8"/>
              </a:rPr>
              <a:t> Final Learning 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9"/>
              </a:rPr>
              <a:t>Link </a:t>
            </a:r>
            <a:r>
              <a:rPr lang="de-DE" dirty="0" err="1">
                <a:hlinkClick r:id="rId9"/>
              </a:rPr>
              <a:t>to</a:t>
            </a:r>
            <a:r>
              <a:rPr lang="de-DE" dirty="0">
                <a:hlinkClick r:id="rId9"/>
              </a:rPr>
              <a:t> Final </a:t>
            </a:r>
            <a:r>
              <a:rPr lang="de-DE" dirty="0" err="1">
                <a:hlinkClick r:id="rId9"/>
              </a:rPr>
              <a:t>self-assesment</a:t>
            </a:r>
            <a:r>
              <a:rPr lang="de-DE" dirty="0">
                <a:hlinkClick r:id="rId9"/>
              </a:rPr>
              <a:t> </a:t>
            </a:r>
            <a:r>
              <a:rPr lang="de-DE" dirty="0" err="1">
                <a:hlinkClick r:id="rId9"/>
              </a:rPr>
              <a:t>rubric</a:t>
            </a:r>
            <a:endParaRPr lang="de-DE"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 </a:t>
            </a:r>
            <a:r>
              <a:rPr lang="de-DE" dirty="0" err="1"/>
              <a:t>as</a:t>
            </a:r>
            <a:r>
              <a:rPr lang="de-DE" dirty="0"/>
              <a:t> I </a:t>
            </a:r>
            <a:r>
              <a:rPr lang="de-DE" dirty="0" err="1"/>
              <a:t>worked</a:t>
            </a:r>
            <a:r>
              <a:rPr lang="de-DE" dirty="0"/>
              <a:t> </a:t>
            </a:r>
            <a:r>
              <a:rPr lang="de-DE" dirty="0" err="1"/>
              <a:t>quite</a:t>
            </a:r>
            <a:r>
              <a:rPr lang="de-DE" dirty="0"/>
              <a:t> a </a:t>
            </a:r>
            <a:r>
              <a:rPr lang="de-DE" dirty="0" err="1"/>
              <a:t>bit</a:t>
            </a:r>
            <a:r>
              <a:rPr lang="de-DE" dirty="0"/>
              <a:t> </a:t>
            </a:r>
            <a:r>
              <a:rPr lang="de-DE" dirty="0" err="1"/>
              <a:t>to</a:t>
            </a:r>
            <a:r>
              <a:rPr lang="de-DE" dirty="0"/>
              <a:t> finish all </a:t>
            </a:r>
            <a:r>
              <a:rPr lang="de-DE" dirty="0" err="1"/>
              <a:t>the</a:t>
            </a:r>
            <a:r>
              <a:rPr lang="de-DE" dirty="0"/>
              <a:t> </a:t>
            </a:r>
            <a:r>
              <a:rPr lang="de-DE" dirty="0" err="1"/>
              <a:t>required</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Finishing</a:t>
            </a:r>
            <a:r>
              <a:rPr lang="de-DE" dirty="0"/>
              <a:t> all </a:t>
            </a:r>
            <a:r>
              <a:rPr lang="de-DE" dirty="0" err="1"/>
              <a:t>the</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Keeping track </a:t>
            </a:r>
            <a:r>
              <a:rPr lang="de-DE" dirty="0" err="1"/>
              <a:t>of</a:t>
            </a:r>
            <a:r>
              <a:rPr lang="de-DE" dirty="0"/>
              <a:t> </a:t>
            </a:r>
            <a:r>
              <a:rPr lang="de-DE" dirty="0" err="1"/>
              <a:t>the</a:t>
            </a:r>
            <a:r>
              <a:rPr lang="de-DE" dirty="0"/>
              <a:t> time </a:t>
            </a:r>
            <a:r>
              <a:rPr lang="de-DE" dirty="0" err="1"/>
              <a:t>during</a:t>
            </a:r>
            <a:r>
              <a:rPr lang="de-DE" dirty="0"/>
              <a:t> </a:t>
            </a:r>
            <a:r>
              <a:rPr lang="de-DE" dirty="0" err="1"/>
              <a:t>the</a:t>
            </a:r>
            <a:r>
              <a:rPr lang="de-DE" dirty="0"/>
              <a:t> </a:t>
            </a:r>
            <a:r>
              <a:rPr lang="de-DE" dirty="0" err="1"/>
              <a:t>tasks</a:t>
            </a:r>
            <a:r>
              <a:rPr lang="de-DE" dirty="0"/>
              <a:t> and </a:t>
            </a:r>
            <a:r>
              <a:rPr lang="de-DE" dirty="0" err="1"/>
              <a:t>leaving</a:t>
            </a:r>
            <a:r>
              <a:rPr lang="de-DE" dirty="0"/>
              <a:t> </a:t>
            </a:r>
            <a:r>
              <a:rPr lang="de-DE" dirty="0" err="1"/>
              <a:t>redoing</a:t>
            </a:r>
            <a:r>
              <a:rPr lang="de-DE" dirty="0"/>
              <a:t> </a:t>
            </a:r>
            <a:r>
              <a:rPr lang="de-DE" dirty="0" err="1"/>
              <a:t>the</a:t>
            </a:r>
            <a:r>
              <a:rPr lang="de-DE" dirty="0"/>
              <a:t> SQL </a:t>
            </a:r>
            <a:r>
              <a:rPr lang="de-DE" dirty="0" err="1"/>
              <a:t>part</a:t>
            </a:r>
            <a:r>
              <a:rPr lang="de-DE" dirty="0"/>
              <a:t> </a:t>
            </a:r>
            <a:r>
              <a:rPr lang="de-DE" dirty="0" err="1"/>
              <a:t>to</a:t>
            </a:r>
            <a:r>
              <a:rPr lang="de-DE" dirty="0"/>
              <a:t> </a:t>
            </a:r>
            <a:r>
              <a:rPr lang="de-DE" dirty="0" err="1"/>
              <a:t>almost</a:t>
            </a:r>
            <a:r>
              <a:rPr lang="de-DE" dirty="0"/>
              <a:t> </a:t>
            </a:r>
            <a:r>
              <a:rPr lang="de-DE" dirty="0" err="1"/>
              <a:t>the</a:t>
            </a:r>
            <a:r>
              <a:rPr lang="de-DE" dirty="0"/>
              <a:t> final </a:t>
            </a:r>
            <a:r>
              <a:rPr lang="de-DE" dirty="0" err="1"/>
              <a:t>day</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work</a:t>
            </a:r>
            <a:r>
              <a:rPr lang="de-DE" dirty="0"/>
              <a:t> </a:t>
            </a:r>
            <a:r>
              <a:rPr lang="de-DE" dirty="0" err="1"/>
              <a:t>under</a:t>
            </a:r>
            <a:r>
              <a:rPr lang="de-DE" dirty="0"/>
              <a:t> </a:t>
            </a:r>
            <a:r>
              <a:rPr lang="de-DE" dirty="0" err="1"/>
              <a:t>pressure</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Don’t procrastinate under a deadline.</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As </a:t>
            </a:r>
            <a:r>
              <a:rPr lang="de-DE" dirty="0" err="1"/>
              <a:t>of</a:t>
            </a:r>
            <a:r>
              <a:rPr lang="de-DE" dirty="0"/>
              <a:t> </a:t>
            </a:r>
            <a:r>
              <a:rPr lang="de-DE" dirty="0" err="1"/>
              <a:t>me</a:t>
            </a:r>
            <a:r>
              <a:rPr lang="de-DE" dirty="0"/>
              <a:t> </a:t>
            </a:r>
            <a:r>
              <a:rPr lang="de-DE" dirty="0" err="1"/>
              <a:t>writing</a:t>
            </a:r>
            <a:r>
              <a:rPr lang="de-DE" dirty="0"/>
              <a:t> </a:t>
            </a:r>
            <a:r>
              <a:rPr lang="de-DE" dirty="0" err="1"/>
              <a:t>this</a:t>
            </a:r>
            <a:r>
              <a:rPr lang="de-DE" dirty="0"/>
              <a:t>, I </a:t>
            </a:r>
            <a:r>
              <a:rPr lang="de-DE" dirty="0" err="1"/>
              <a:t>have</a:t>
            </a:r>
            <a:r>
              <a:rPr lang="de-DE" dirty="0"/>
              <a:t> </a:t>
            </a:r>
            <a:r>
              <a:rPr lang="de-DE" dirty="0" err="1"/>
              <a:t>achieved</a:t>
            </a:r>
            <a:r>
              <a:rPr lang="de-DE" dirty="0"/>
              <a:t> </a:t>
            </a:r>
            <a:r>
              <a:rPr lang="de-DE" dirty="0" err="1"/>
              <a:t>my</a:t>
            </a:r>
            <a:r>
              <a:rPr lang="de-DE" dirty="0"/>
              <a:t> </a:t>
            </a:r>
            <a:r>
              <a:rPr lang="de-DE" dirty="0" err="1"/>
              <a:t>first</a:t>
            </a:r>
            <a:r>
              <a:rPr lang="de-DE" dirty="0"/>
              <a:t> </a:t>
            </a:r>
            <a:r>
              <a:rPr lang="de-DE" dirty="0" err="1"/>
              <a:t>readjusted</a:t>
            </a:r>
            <a:r>
              <a:rPr lang="de-DE" dirty="0"/>
              <a:t> </a:t>
            </a:r>
            <a:r>
              <a:rPr lang="de-DE" dirty="0" err="1"/>
              <a:t>goal</a:t>
            </a:r>
            <a:r>
              <a:rPr lang="de-DE" dirty="0"/>
              <a:t> </a:t>
            </a:r>
            <a:r>
              <a:rPr lang="de-DE" dirty="0" err="1"/>
              <a:t>of</a:t>
            </a:r>
            <a:r>
              <a:rPr lang="de-DE" dirty="0"/>
              <a:t> 240 </a:t>
            </a:r>
            <a:r>
              <a:rPr lang="de-DE" dirty="0" err="1"/>
              <a:t>hours</a:t>
            </a:r>
            <a:r>
              <a:rPr lang="de-DE" dirty="0"/>
              <a:t> total </a:t>
            </a:r>
            <a:r>
              <a:rPr lang="de-DE" dirty="0" err="1"/>
              <a:t>work</a:t>
            </a:r>
            <a:r>
              <a:rPr lang="de-DE" dirty="0"/>
              <a:t>. </a:t>
            </a:r>
            <a:r>
              <a:rPr lang="de-DE" dirty="0" err="1"/>
              <a:t>That</a:t>
            </a:r>
            <a:r>
              <a:rPr lang="de-DE" dirty="0"/>
              <a:t> </a:t>
            </a:r>
            <a:r>
              <a:rPr lang="de-DE" dirty="0" err="1"/>
              <a:t>is</a:t>
            </a:r>
            <a:r>
              <a:rPr lang="de-DE" dirty="0"/>
              <a:t> a </a:t>
            </a:r>
            <a:r>
              <a:rPr lang="de-DE" dirty="0" err="1"/>
              <a:t>success</a:t>
            </a:r>
            <a:r>
              <a:rPr lang="de-DE" dirty="0"/>
              <a:t>. A </a:t>
            </a:r>
            <a:r>
              <a:rPr lang="de-DE" dirty="0" err="1"/>
              <a:t>for</a:t>
            </a:r>
            <a:r>
              <a:rPr lang="de-DE" dirty="0"/>
              <a:t> </a:t>
            </a:r>
            <a:r>
              <a:rPr lang="de-DE" dirty="0" err="1"/>
              <a:t>the</a:t>
            </a:r>
            <a:r>
              <a:rPr lang="de-DE" dirty="0"/>
              <a:t> </a:t>
            </a:r>
            <a:r>
              <a:rPr lang="de-DE" dirty="0" err="1"/>
              <a:t>second</a:t>
            </a:r>
            <a:r>
              <a:rPr lang="de-DE" dirty="0"/>
              <a:t> </a:t>
            </a:r>
            <a:r>
              <a:rPr lang="de-DE" dirty="0" err="1"/>
              <a:t>goal</a:t>
            </a:r>
            <a:r>
              <a:rPr lang="de-DE" dirty="0"/>
              <a:t>, I </a:t>
            </a:r>
            <a:r>
              <a:rPr lang="de-DE" dirty="0" err="1"/>
              <a:t>have</a:t>
            </a:r>
            <a:r>
              <a:rPr lang="de-DE" dirty="0"/>
              <a:t> </a:t>
            </a:r>
            <a:r>
              <a:rPr lang="de-DE" dirty="0" err="1"/>
              <a:t>shortened</a:t>
            </a:r>
            <a:r>
              <a:rPr lang="de-DE" dirty="0"/>
              <a:t> </a:t>
            </a:r>
            <a:r>
              <a:rPr lang="de-DE" dirty="0" err="1"/>
              <a:t>my</a:t>
            </a:r>
            <a:r>
              <a:rPr lang="de-DE" dirty="0"/>
              <a:t> </a:t>
            </a:r>
            <a:r>
              <a:rPr lang="de-DE" dirty="0" err="1"/>
              <a:t>sleeping</a:t>
            </a:r>
            <a:r>
              <a:rPr lang="de-DE" dirty="0"/>
              <a:t> </a:t>
            </a:r>
            <a:r>
              <a:rPr lang="de-DE" dirty="0" err="1"/>
              <a:t>schedule</a:t>
            </a:r>
            <a:r>
              <a:rPr lang="de-DE" dirty="0"/>
              <a:t> </a:t>
            </a:r>
            <a:r>
              <a:rPr lang="de-DE" dirty="0" err="1"/>
              <a:t>to</a:t>
            </a:r>
            <a:r>
              <a:rPr lang="de-DE" dirty="0"/>
              <a:t> </a:t>
            </a:r>
            <a:r>
              <a:rPr lang="de-DE" dirty="0" err="1"/>
              <a:t>try</a:t>
            </a:r>
            <a:r>
              <a:rPr lang="de-DE" dirty="0"/>
              <a:t> and </a:t>
            </a:r>
            <a:r>
              <a:rPr lang="de-DE" dirty="0" err="1"/>
              <a:t>get</a:t>
            </a:r>
            <a:r>
              <a:rPr lang="de-DE" dirty="0"/>
              <a:t> </a:t>
            </a:r>
            <a:r>
              <a:rPr lang="de-DE" dirty="0" err="1"/>
              <a:t>as</a:t>
            </a:r>
            <a:r>
              <a:rPr lang="de-DE" dirty="0"/>
              <a:t> </a:t>
            </a:r>
            <a:r>
              <a:rPr lang="de-DE" dirty="0" err="1"/>
              <a:t>much</a:t>
            </a:r>
            <a:r>
              <a:rPr lang="de-DE" dirty="0"/>
              <a:t> </a:t>
            </a:r>
            <a:r>
              <a:rPr lang="de-DE" dirty="0" err="1"/>
              <a:t>work</a:t>
            </a:r>
            <a:r>
              <a:rPr lang="de-DE" dirty="0"/>
              <a:t> </a:t>
            </a:r>
            <a:r>
              <a:rPr lang="de-DE" dirty="0" err="1"/>
              <a:t>done</a:t>
            </a:r>
            <a:r>
              <a:rPr lang="de-DE" dirty="0"/>
              <a:t> </a:t>
            </a:r>
            <a:r>
              <a:rPr lang="de-DE" dirty="0" err="1"/>
              <a:t>before</a:t>
            </a:r>
            <a:r>
              <a:rPr lang="de-DE" dirty="0"/>
              <a:t> </a:t>
            </a:r>
            <a:r>
              <a:rPr lang="de-DE" dirty="0" err="1"/>
              <a:t>the</a:t>
            </a:r>
            <a:r>
              <a:rPr lang="de-DE" dirty="0"/>
              <a:t> </a:t>
            </a:r>
            <a:r>
              <a:rPr lang="de-DE" dirty="0" err="1"/>
              <a:t>deadline</a:t>
            </a:r>
            <a:r>
              <a:rPr lang="de-DE" dirty="0"/>
              <a:t>. Overall, I </a:t>
            </a:r>
            <a:r>
              <a:rPr lang="de-DE" dirty="0" err="1"/>
              <a:t>would</a:t>
            </a:r>
            <a:r>
              <a:rPr lang="de-DE" dirty="0"/>
              <a:t> also </a:t>
            </a:r>
            <a:r>
              <a:rPr lang="de-DE" dirty="0" err="1"/>
              <a:t>say</a:t>
            </a:r>
            <a:r>
              <a:rPr lang="de-DE" dirty="0"/>
              <a:t> </a:t>
            </a:r>
            <a:r>
              <a:rPr lang="de-DE" dirty="0" err="1"/>
              <a:t>it</a:t>
            </a:r>
            <a:r>
              <a:rPr lang="de-DE" dirty="0"/>
              <a:t> </a:t>
            </a:r>
            <a:r>
              <a:rPr lang="de-DE" dirty="0" err="1"/>
              <a:t>is</a:t>
            </a:r>
            <a:r>
              <a:rPr lang="de-DE" dirty="0"/>
              <a:t> a </a:t>
            </a:r>
            <a:r>
              <a:rPr lang="de-DE" dirty="0" err="1"/>
              <a:t>success</a:t>
            </a:r>
            <a:r>
              <a:rPr lang="de-DE" dirty="0"/>
              <a:t> </a:t>
            </a:r>
            <a:r>
              <a:rPr lang="de-DE" dirty="0" err="1"/>
              <a:t>as</a:t>
            </a:r>
            <a:r>
              <a:rPr lang="de-DE" dirty="0"/>
              <a:t> I </a:t>
            </a:r>
            <a:r>
              <a:rPr lang="de-DE" dirty="0" err="1"/>
              <a:t>managed</a:t>
            </a:r>
            <a:r>
              <a:rPr lang="de-DE" dirty="0"/>
              <a:t> </a:t>
            </a:r>
            <a:r>
              <a:rPr lang="de-DE" dirty="0" err="1"/>
              <a:t>to</a:t>
            </a:r>
            <a:r>
              <a:rPr lang="de-DE" dirty="0"/>
              <a:t> </a:t>
            </a:r>
            <a:r>
              <a:rPr lang="de-DE" dirty="0" err="1"/>
              <a:t>say</a:t>
            </a:r>
            <a:r>
              <a:rPr lang="de-DE" dirty="0"/>
              <a:t> on </a:t>
            </a:r>
            <a:r>
              <a:rPr lang="de-DE" dirty="0" err="1"/>
              <a:t>the</a:t>
            </a:r>
            <a:r>
              <a:rPr lang="de-DE" dirty="0"/>
              <a:t> </a:t>
            </a:r>
            <a:r>
              <a:rPr lang="de-DE" dirty="0" err="1"/>
              <a:t>sleeping</a:t>
            </a:r>
            <a:r>
              <a:rPr lang="de-DE" dirty="0"/>
              <a:t> </a:t>
            </a:r>
            <a:r>
              <a:rPr lang="de-DE" dirty="0" err="1"/>
              <a:t>schedule</a:t>
            </a:r>
            <a:r>
              <a:rPr lang="de-DE" dirty="0"/>
              <a:t> </a:t>
            </a:r>
            <a:r>
              <a:rPr lang="de-DE" dirty="0" err="1"/>
              <a:t>for</a:t>
            </a:r>
            <a:r>
              <a:rPr lang="de-DE" dirty="0"/>
              <a:t> </a:t>
            </a:r>
            <a:r>
              <a:rPr lang="de-DE" dirty="0" err="1"/>
              <a:t>quite</a:t>
            </a:r>
            <a:r>
              <a:rPr lang="de-DE" dirty="0"/>
              <a:t> a </a:t>
            </a:r>
            <a:r>
              <a:rPr lang="de-DE" dirty="0" err="1"/>
              <a:t>while</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Presentation</a:t>
            </a:r>
            <a:r>
              <a:rPr lang="de-DE" dirty="0"/>
              <a:t> was </a:t>
            </a:r>
            <a:r>
              <a:rPr lang="de-DE" dirty="0" err="1"/>
              <a:t>minimalistic</a:t>
            </a:r>
            <a:r>
              <a:rPr lang="de-DE" dirty="0"/>
              <a:t> and </a:t>
            </a:r>
            <a:r>
              <a:rPr lang="de-DE" dirty="0" err="1"/>
              <a:t>could</a:t>
            </a:r>
            <a:r>
              <a:rPr lang="de-DE" dirty="0"/>
              <a:t> </a:t>
            </a:r>
            <a:r>
              <a:rPr lang="de-DE" dirty="0" err="1"/>
              <a:t>use</a:t>
            </a:r>
            <a:r>
              <a:rPr lang="de-DE" dirty="0"/>
              <a:t> </a:t>
            </a:r>
            <a:r>
              <a:rPr lang="de-DE" dirty="0" err="1"/>
              <a:t>some</a:t>
            </a:r>
            <a:r>
              <a:rPr lang="de-DE" dirty="0"/>
              <a:t> </a:t>
            </a:r>
            <a:r>
              <a:rPr lang="de-DE" dirty="0" err="1"/>
              <a:t>more</a:t>
            </a:r>
            <a:r>
              <a:rPr lang="de-DE" dirty="0"/>
              <a:t> style.</a:t>
            </a:r>
            <a:endParaRPr dirty="0"/>
          </a:p>
          <a:p>
            <a:pPr marL="0" lvl="0" indent="0" algn="l" rtl="0">
              <a:spcBef>
                <a:spcPts val="800"/>
              </a:spcBef>
              <a:spcAft>
                <a:spcPts val="800"/>
              </a:spcAft>
              <a:buNone/>
            </a:pPr>
            <a:r>
              <a:rPr lang="en" dirty="0"/>
              <a:t>Fair enough, I did not really put much effort into the visualisation of my final presentations, which could be an action point for the next time I present.</a:t>
            </a:r>
          </a:p>
          <a:p>
            <a:pPr marL="0" lvl="0" indent="0" algn="l" rtl="0">
              <a:spcBef>
                <a:spcPts val="800"/>
              </a:spcBef>
              <a:spcAft>
                <a:spcPts val="800"/>
              </a:spcAft>
              <a:buNone/>
            </a:pPr>
            <a:r>
              <a:rPr lang="en" dirty="0">
                <a:hlinkClick r:id="rId3"/>
              </a:rPr>
              <a:t>Link to final presentation</a:t>
            </a:r>
            <a:endParaRPr lang="en" dirty="0"/>
          </a:p>
          <a:p>
            <a:pPr marL="0" lvl="0" indent="0" algn="l" rtl="0">
              <a:spcBef>
                <a:spcPts val="800"/>
              </a:spcBef>
              <a:spcAft>
                <a:spcPts val="800"/>
              </a:spcAft>
              <a:buNone/>
            </a:pPr>
            <a:r>
              <a:rPr lang="en" dirty="0">
                <a:hlinkClick r:id="rId4"/>
              </a:rPr>
              <a:t>Link to final presentation slides (PDF)</a:t>
            </a:r>
            <a:endParaRPr lang="en" dirty="0"/>
          </a:p>
          <a:p>
            <a:pPr marL="0" lvl="0" indent="0" algn="l" rtl="0">
              <a:spcBef>
                <a:spcPts val="800"/>
              </a:spcBef>
              <a:spcAft>
                <a:spcPts val="800"/>
              </a:spcAft>
              <a:buNone/>
            </a:pP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5"/>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2921192737"/>
              </p:ext>
            </p:extLst>
          </p:nvPr>
        </p:nvGraphicFramePr>
        <p:xfrm>
          <a:off x="0" y="1069800"/>
          <a:ext cx="9139639" cy="5904017"/>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dirty="0" err="1">
                          <a:solidFill>
                            <a:srgbClr val="000000"/>
                          </a:solidFill>
                          <a:effectLst/>
                          <a:highlight>
                            <a:srgbClr val="FEF2CD"/>
                          </a:highlight>
                          <a:latin typeface="Calibri"/>
                        </a:rPr>
                        <a:t>DataLab</a:t>
                      </a:r>
                      <a:r>
                        <a:rPr lang="en-US" sz="1000" b="0" i="0" u="none" strike="noStrike" noProof="0" dirty="0">
                          <a:solidFill>
                            <a:srgbClr val="000000"/>
                          </a:solidFill>
                          <a:effectLst/>
                          <a:highlight>
                            <a:srgbClr val="FEF2CD"/>
                          </a:highlight>
                          <a:latin typeface="Calibri"/>
                        </a:rPr>
                        <a:t>.</a:t>
                      </a:r>
                      <a:endParaRPr lang="en-US" sz="1000" noProof="0" dirty="0">
                        <a:latin typeface="Calibri"/>
                      </a:endParaRPr>
                    </a:p>
                    <a:p>
                      <a:pPr lvl="0" algn="l">
                        <a:buNone/>
                      </a:pPr>
                      <a:endParaRPr lang="en-US" sz="1000" b="0" i="0" u="none" strike="noStrike" dirty="0">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Numpy.</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understanding of the working directory, file types and file structures in my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 have shown my understanding of working directory by directly loading the files from the same folder.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My understanding of file types and structures is shown in tasks 1 and 2 of the creative brief, as I do the EDA and process the data without any problems.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perform data cleansing activities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1B and 2 in the creative brief, I show my ability to clean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1B.2, I use Numpy to load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Additionally, in the Python notebooks “Linear Regression from Scratch” and “Logistic Regression from Scratch”, I use Numpy to achieve both tasks. </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design reports and visuals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establish connections with a database in task 1A of the creative brief, where I used SQL to perform operations to a database.</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basic ETL operations in task 1, 2, and 3.1.2 as I extracted, transformed and loaded the dataset within those tasks.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 I have used SQL in task 1A of the creative brief.</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I have used said SQL to fulfill the requirements of the creative brief in task 1A.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2955188894"/>
              </p:ext>
            </p:extLst>
          </p:nvPr>
        </p:nvGraphicFramePr>
        <p:xfrm>
          <a:off x="0" y="1069800"/>
          <a:ext cx="9144001" cy="4362249"/>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dirty="0">
                          <a:solidFill>
                            <a:srgbClr val="000000"/>
                          </a:solidFill>
                          <a:effectLst/>
                          <a:highlight>
                            <a:srgbClr val="D0D0D0"/>
                          </a:highlight>
                          <a:latin typeface="Calibri"/>
                        </a:rPr>
                        <a:t>A (Points: 2)</a:t>
                      </a:r>
                      <a:endParaRPr lang="en-US" sz="1000" dirty="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outlined all of my tasks, both completed and incomplete,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given commentary where necessary, such as incomplete tasks and tasks that took a significant amount of time longer or shorter to complete</a:t>
                      </a:r>
                      <a:endParaRPr lang="en-US" sz="800" b="0" i="0" u="none" strike="noStrike" noProof="0" dirty="0">
                        <a:solidFill>
                          <a:srgbClr val="000000"/>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written professional and critical reflections in section B of this learning log. I have also identified key lessons in the same section. I have tracked the time in the worklog.</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filled out my worklog for each and every week.</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included references to as many resources as I could in the worklog for the listed task.</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This includes both important and unimportant tasks. I have done this to make sure I did not miss any references to important tasks, as I have trouble placing myself in the mind of others and seeing what they may find important.</a:t>
                      </a:r>
                      <a:endParaRPr lang="en-US" sz="800" b="0" i="0" u="none" strike="noStrike" noProof="0"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my writing style is professional. I have checked for spelling and grammar mistakes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I am able to comprehend what was completed, as shown by my creative brief and final report, and to comprehend why individual and project feedback was given, as shown by my responses to the feedback I received in section B of this learning 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481661311"/>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latin typeface="Calibri"/>
                        </a:rPr>
                        <a:t>Goals written with a </a:t>
                      </a:r>
                      <a:r>
                        <a:rPr lang="en-US" sz="1000" b="1" i="0" u="none" strike="noStrike" noProof="0" dirty="0">
                          <a:solidFill>
                            <a:srgbClr val="000000"/>
                          </a:solidFill>
                          <a:effectLst/>
                          <a:latin typeface="Calibri"/>
                        </a:rPr>
                        <a:t>SMARTER</a:t>
                      </a:r>
                      <a:r>
                        <a:rPr lang="en-US" sz="1000" b="0" i="0" u="none" strike="noStrike" noProof="0" dirty="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dirty="0">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written goals with a SMARTER method. I have made specific, measurable, achievable, relevant, and time-bound goals.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aligned one goal, goal 1, with project and professional development objectives and the other goal, goal 2, with personal development objectives.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1632262299"/>
              </p:ext>
            </p:extLst>
          </p:nvPr>
        </p:nvGraphicFramePr>
        <p:xfrm>
          <a:off x="0" y="1069800"/>
          <a:ext cx="9143993" cy="4842933"/>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shown my ability to clean, pre-process and visualize data using Python libraries in the creative brief.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tasks 2 and 3.1.2, I have shown both that I am able to clean the data by dealing with missing values and removing duplicate rows.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2 and 3.1.2, I have shown that I am able to pre-process data by encoding, scaling and splitting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2.2.1, I called up the metadata of the dataset and then </a:t>
                      </a:r>
                      <a:r>
                        <a:rPr lang="en-US" sz="800" b="1" i="0" u="none" strike="noStrike" noProof="0" dirty="0" err="1">
                          <a:solidFill>
                            <a:srgbClr val="000000"/>
                          </a:solidFill>
                          <a:effectLst/>
                          <a:highlight>
                            <a:srgbClr val="FEF2CD"/>
                          </a:highlight>
                          <a:latin typeface="Calibri"/>
                        </a:rPr>
                        <a:t>analysed</a:t>
                      </a:r>
                      <a:r>
                        <a:rPr lang="en-US" sz="800" b="1" i="0" u="none" strike="noStrike" noProof="0" dirty="0">
                          <a:solidFill>
                            <a:srgbClr val="000000"/>
                          </a:solidFill>
                          <a:effectLst/>
                          <a:highlight>
                            <a:srgbClr val="FEF2CD"/>
                          </a:highlight>
                          <a:latin typeface="Calibri"/>
                        </a:rPr>
                        <a:t> it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1A.2 and 2.2.2 I identified missing data, which I dealt with in task 3.1.2.</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2759534412"/>
              </p:ext>
            </p:extLst>
          </p:nvPr>
        </p:nvGraphicFramePr>
        <p:xfrm>
          <a:off x="0" y="1069800"/>
          <a:ext cx="9144001" cy="462606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believe I posses a sufficient amount of knowledge about ML algorithms, as shown by my ability to create and use them in the creative brief and to clarify certain parts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regression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Specifically, task 3.1 covers regression.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3.2 covers classification.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3.3 covers clustering.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feature engineering and hyperparameter tuning,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3.4 and 3.5 cover feature engineering and hyperparameter tuning.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t>
                      </a:r>
                      <a:r>
                        <a:rPr lang="en-US" sz="800" b="1" i="0" u="none" strike="noStrike" dirty="0" err="1">
                          <a:solidFill>
                            <a:srgbClr val="000000"/>
                          </a:solidFill>
                          <a:effectLst/>
                          <a:highlight>
                            <a:srgbClr val="FEF2CD"/>
                          </a:highlight>
                          <a:latin typeface="Calibri" panose="020F0502020204030204" pitchFamily="34" charset="0"/>
                        </a:rPr>
                        <a:t>analyse</a:t>
                      </a:r>
                      <a:r>
                        <a:rPr lang="en-US" sz="800" b="1" i="0" u="none" strike="noStrike" dirty="0">
                          <a:solidFill>
                            <a:srgbClr val="000000"/>
                          </a:solidFill>
                          <a:effectLst/>
                          <a:highlight>
                            <a:srgbClr val="FEF2CD"/>
                          </a:highlight>
                          <a:latin typeface="Calibri" panose="020F0502020204030204" pitchFamily="34" charset="0"/>
                        </a:rPr>
                        <a:t>, and interpret the results as required by this ILO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3.6 covers feature engineering and hyperparameter tuning.</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In the final report, additional analysis and interpretation is shown in part 4.</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543337760"/>
              </p:ext>
            </p:extLst>
          </p:nvPr>
        </p:nvGraphicFramePr>
        <p:xfrm>
          <a:off x="0" y="1069800"/>
          <a:ext cx="9144001" cy="533082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demonstrated all the required skills for this ILO in two Python notebooks, “</a:t>
                      </a:r>
                      <a:r>
                        <a:rPr lang="en-US" sz="800" b="1" i="0" u="none" strike="noStrike" noProof="0" dirty="0" err="1">
                          <a:solidFill>
                            <a:srgbClr val="000000"/>
                          </a:solidFill>
                          <a:effectLst/>
                          <a:highlight>
                            <a:srgbClr val="FEF2CD"/>
                          </a:highlight>
                          <a:latin typeface="Calibri"/>
                        </a:rPr>
                        <a:t>AlgebraicExample</a:t>
                      </a:r>
                      <a:r>
                        <a:rPr lang="en-US" sz="800" b="1" i="0" u="none" strike="noStrike" noProof="0" dirty="0">
                          <a:solidFill>
                            <a:srgbClr val="000000"/>
                          </a:solidFill>
                          <a:effectLst/>
                          <a:highlight>
                            <a:srgbClr val="FEF2CD"/>
                          </a:highlight>
                          <a:latin typeface="Calibri"/>
                        </a:rPr>
                        <a:t>” and “</a:t>
                      </a:r>
                      <a:r>
                        <a:rPr lang="en-US" sz="800" b="1" i="0" u="none" strike="noStrike" noProof="0" dirty="0" err="1">
                          <a:solidFill>
                            <a:srgbClr val="000000"/>
                          </a:solidFill>
                          <a:effectLst/>
                          <a:highlight>
                            <a:srgbClr val="FEF2CD"/>
                          </a:highlight>
                          <a:latin typeface="Calibri"/>
                        </a:rPr>
                        <a:t>PricePred</a:t>
                      </a:r>
                      <a:r>
                        <a:rPr lang="en-US" sz="800" b="1" i="0" u="none" strike="noStrike" noProof="0" dirty="0">
                          <a:solidFill>
                            <a:srgbClr val="000000"/>
                          </a:solidFill>
                          <a:effectLst/>
                          <a:highlight>
                            <a:srgbClr val="FEF2CD"/>
                          </a:highlight>
                          <a:latin typeface="Calibri"/>
                        </a:rPr>
                        <a:t>”. Both are linked below. </a:t>
                      </a: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noProof="0" dirty="0">
                        <a:solidFill>
                          <a:schemeClr val="tx1">
                            <a:lumMod val="75000"/>
                          </a:schemeClr>
                        </a:solidFill>
                        <a:effectLst/>
                        <a:highlight>
                          <a:srgbClr val="FEF2CD"/>
                        </a:highlight>
                        <a:latin typeface="Calibri"/>
                      </a:endParaRP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buNone/>
                      </a:pP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2237943221"/>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presented my presentation in week 8 on Friday.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hlinkClick r:id="rId3"/>
                        </a:rPr>
                        <a:t>Link to final presentation</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hlinkClick r:id="rId4"/>
                        </a:rPr>
                        <a:t>Link to final presentation slides (PDF)</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defined the sections clearly in both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compared and described different machine learning models I used in my creative brief in my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demonstrated my ability to understand the different types of machine learning algorithms both in my implementation of them in the creative brief and my analysis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critically </a:t>
                      </a:r>
                      <a:r>
                        <a:rPr lang="en-US" sz="800" b="1" i="0" u="none" strike="noStrike" dirty="0" err="1">
                          <a:solidFill>
                            <a:srgbClr val="000000"/>
                          </a:solidFill>
                          <a:effectLst/>
                          <a:highlight>
                            <a:srgbClr val="FEF2CD"/>
                          </a:highlight>
                          <a:latin typeface="Calibri" panose="020F0502020204030204" pitchFamily="34" charset="0"/>
                        </a:rPr>
                        <a:t>analysed</a:t>
                      </a:r>
                      <a:r>
                        <a:rPr lang="en-US" sz="800" b="1" i="0" u="none" strike="noStrike" dirty="0">
                          <a:solidFill>
                            <a:srgbClr val="000000"/>
                          </a:solidFill>
                          <a:effectLst/>
                          <a:highlight>
                            <a:srgbClr val="FEF2CD"/>
                          </a:highlight>
                          <a:latin typeface="Calibri" panose="020F0502020204030204" pitchFamily="34" charset="0"/>
                        </a:rPr>
                        <a:t> and evaluated my proposed solutions based on my creative brief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all my code in the creative brief. I believe it is clean and commented where necessary.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identified shortcomings and proposed potential steps for improving the quality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Pulling through.</a:t>
            </a:r>
          </a:p>
          <a:p>
            <a:pPr marL="0" lvl="0" indent="0" algn="just" rtl="0">
              <a:spcBef>
                <a:spcPts val="0"/>
              </a:spcBef>
              <a:spcAft>
                <a:spcPts val="0"/>
              </a:spcAft>
              <a:buNone/>
            </a:pPr>
            <a:endParaRPr lang="en" dirty="0"/>
          </a:p>
          <a:p>
            <a:pPr marL="0" lvl="0" indent="0" algn="just" rtl="0">
              <a:spcBef>
                <a:spcPts val="0"/>
              </a:spcBef>
              <a:spcAft>
                <a:spcPts val="0"/>
              </a:spcAft>
              <a:buNone/>
            </a:pPr>
            <a:r>
              <a:rPr lang="en" dirty="0"/>
              <a:t>Might not seem like much but for me the ups and downs th</a:t>
            </a:r>
            <a:r>
              <a:rPr lang="en-GB" dirty="0"/>
              <a:t>is</a:t>
            </a:r>
            <a:r>
              <a:rPr lang="en" dirty="0"/>
              <a:t> block felt like mountains and valleys.</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most difficult challenges this block</a:t>
            </a:r>
            <a:endParaRPr sz="1400" b="1" dirty="0"/>
          </a:p>
          <a:p>
            <a:pPr marL="0" lvl="0" indent="0" algn="just" rtl="0">
              <a:spcBef>
                <a:spcPts val="800"/>
              </a:spcBef>
              <a:spcAft>
                <a:spcPts val="0"/>
              </a:spcAft>
              <a:buNone/>
            </a:pPr>
            <a:r>
              <a:rPr lang="de-DE" dirty="0"/>
              <a:t>Me </a:t>
            </a:r>
            <a:r>
              <a:rPr lang="de-DE" dirty="0" err="1"/>
              <a:t>getting</a:t>
            </a:r>
            <a:r>
              <a:rPr lang="de-DE" dirty="0"/>
              <a:t> sick </a:t>
            </a:r>
            <a:r>
              <a:rPr lang="de-DE" dirty="0" err="1"/>
              <a:t>twice</a:t>
            </a:r>
            <a:r>
              <a:rPr lang="de-DE" dirty="0"/>
              <a:t> in </a:t>
            </a:r>
            <a:r>
              <a:rPr lang="de-DE" dirty="0" err="1"/>
              <a:t>two</a:t>
            </a:r>
            <a:r>
              <a:rPr lang="de-DE" dirty="0"/>
              <a:t> different </a:t>
            </a:r>
            <a:r>
              <a:rPr lang="de-DE" dirty="0" err="1"/>
              <a:t>weeks</a:t>
            </a:r>
            <a:r>
              <a:rPr lang="de-DE" dirty="0"/>
              <a:t> </a:t>
            </a:r>
            <a:r>
              <a:rPr lang="de-DE" dirty="0" err="1"/>
              <a:t>forced</a:t>
            </a:r>
            <a:r>
              <a:rPr lang="de-DE" dirty="0"/>
              <a:t> </a:t>
            </a:r>
            <a:r>
              <a:rPr lang="de-DE" dirty="0" err="1"/>
              <a:t>me</a:t>
            </a:r>
            <a:r>
              <a:rPr lang="de-DE" dirty="0"/>
              <a:t> </a:t>
            </a:r>
            <a:r>
              <a:rPr lang="de-DE" dirty="0" err="1"/>
              <a:t>to</a:t>
            </a:r>
            <a:r>
              <a:rPr lang="de-DE" dirty="0"/>
              <a:t> </a:t>
            </a:r>
            <a:r>
              <a:rPr lang="de-DE" dirty="0" err="1"/>
              <a:t>have</a:t>
            </a:r>
            <a:r>
              <a:rPr lang="de-DE" dirty="0"/>
              <a:t> </a:t>
            </a:r>
            <a:r>
              <a:rPr lang="de-DE" dirty="0" err="1"/>
              <a:t>to</a:t>
            </a:r>
            <a:r>
              <a:rPr lang="de-DE" dirty="0"/>
              <a:t> </a:t>
            </a:r>
            <a:r>
              <a:rPr lang="de-DE" dirty="0" err="1"/>
              <a:t>almost</a:t>
            </a:r>
            <a:r>
              <a:rPr lang="de-DE" dirty="0"/>
              <a:t> double </a:t>
            </a:r>
            <a:r>
              <a:rPr lang="de-DE" dirty="0" err="1"/>
              <a:t>my</a:t>
            </a:r>
            <a:r>
              <a:rPr lang="de-DE" dirty="0"/>
              <a:t> </a:t>
            </a:r>
            <a:r>
              <a:rPr lang="de-DE" dirty="0" err="1"/>
              <a:t>workrate</a:t>
            </a:r>
            <a:r>
              <a:rPr lang="de-DE" dirty="0"/>
              <a:t> </a:t>
            </a:r>
            <a:r>
              <a:rPr lang="de-DE" dirty="0" err="1"/>
              <a:t>the</a:t>
            </a:r>
            <a:r>
              <a:rPr lang="de-DE" dirty="0"/>
              <a:t> </a:t>
            </a:r>
            <a:r>
              <a:rPr lang="de-DE" dirty="0" err="1"/>
              <a:t>next</a:t>
            </a:r>
            <a:r>
              <a:rPr lang="de-DE" dirty="0"/>
              <a:t> </a:t>
            </a:r>
            <a:r>
              <a:rPr lang="de-DE" dirty="0" err="1"/>
              <a:t>week</a:t>
            </a:r>
            <a:r>
              <a:rPr lang="de-DE" dirty="0"/>
              <a:t>. </a:t>
            </a:r>
            <a:r>
              <a:rPr lang="de-DE" dirty="0" err="1"/>
              <a:t>Especially</a:t>
            </a:r>
            <a:r>
              <a:rPr lang="de-DE" dirty="0"/>
              <a:t> </a:t>
            </a:r>
            <a:r>
              <a:rPr lang="de-DE" dirty="0" err="1"/>
              <a:t>with</a:t>
            </a:r>
            <a:r>
              <a:rPr lang="de-DE" dirty="0"/>
              <a:t> </a:t>
            </a:r>
            <a:r>
              <a:rPr lang="de-DE" dirty="0" err="1"/>
              <a:t>week</a:t>
            </a:r>
            <a:r>
              <a:rPr lang="de-DE" dirty="0"/>
              <a:t> 6/7, </a:t>
            </a:r>
            <a:r>
              <a:rPr lang="de-DE" dirty="0" err="1"/>
              <a:t>where</a:t>
            </a:r>
            <a:r>
              <a:rPr lang="de-DE" dirty="0"/>
              <a:t> </a:t>
            </a:r>
            <a:r>
              <a:rPr lang="de-DE" dirty="0" err="1"/>
              <a:t>the</a:t>
            </a:r>
            <a:r>
              <a:rPr lang="de-DE" dirty="0"/>
              <a:t> </a:t>
            </a:r>
            <a:r>
              <a:rPr lang="de-DE" dirty="0" err="1"/>
              <a:t>deadline</a:t>
            </a:r>
            <a:r>
              <a:rPr lang="de-DE" dirty="0"/>
              <a:t> was </a:t>
            </a:r>
            <a:r>
              <a:rPr lang="de-DE" dirty="0" err="1"/>
              <a:t>already</a:t>
            </a:r>
            <a:r>
              <a:rPr lang="de-DE" dirty="0"/>
              <a:t> </a:t>
            </a:r>
            <a:r>
              <a:rPr lang="de-DE" dirty="0" err="1"/>
              <a:t>looming</a:t>
            </a:r>
            <a:r>
              <a:rPr lang="de-DE" dirty="0"/>
              <a:t>, I </a:t>
            </a:r>
            <a:r>
              <a:rPr lang="de-DE" dirty="0" err="1"/>
              <a:t>had</a:t>
            </a:r>
            <a:r>
              <a:rPr lang="de-DE" dirty="0"/>
              <a:t> </a:t>
            </a:r>
            <a:r>
              <a:rPr lang="de-DE" dirty="0" err="1"/>
              <a:t>some</a:t>
            </a:r>
            <a:r>
              <a:rPr lang="de-DE" dirty="0"/>
              <a:t> </a:t>
            </a:r>
            <a:r>
              <a:rPr lang="de-DE" dirty="0" err="1"/>
              <a:t>doubts</a:t>
            </a:r>
            <a:r>
              <a:rPr lang="de-DE" dirty="0"/>
              <a:t> </a:t>
            </a:r>
            <a:r>
              <a:rPr lang="de-DE" dirty="0" err="1"/>
              <a:t>about</a:t>
            </a:r>
            <a:r>
              <a:rPr lang="de-DE" dirty="0"/>
              <a:t> </a:t>
            </a:r>
            <a:r>
              <a:rPr lang="de-DE" dirty="0" err="1"/>
              <a:t>myself</a:t>
            </a:r>
            <a:r>
              <a:rPr lang="de-DE" dirty="0"/>
              <a:t> and </a:t>
            </a:r>
            <a:r>
              <a:rPr lang="de-DE" dirty="0" err="1"/>
              <a:t>whether</a:t>
            </a:r>
            <a:r>
              <a:rPr lang="de-DE" dirty="0"/>
              <a:t> I was </a:t>
            </a:r>
            <a:r>
              <a:rPr lang="de-DE" dirty="0" err="1"/>
              <a:t>going</a:t>
            </a:r>
            <a:r>
              <a:rPr lang="de-DE" dirty="0"/>
              <a:t> </a:t>
            </a:r>
            <a:r>
              <a:rPr lang="de-DE" dirty="0" err="1"/>
              <a:t>to</a:t>
            </a:r>
            <a:r>
              <a:rPr lang="de-DE" dirty="0"/>
              <a:t> </a:t>
            </a:r>
            <a:r>
              <a:rPr lang="de-DE" dirty="0" err="1"/>
              <a:t>achieve</a:t>
            </a:r>
            <a:r>
              <a:rPr lang="de-DE" dirty="0"/>
              <a:t> </a:t>
            </a:r>
            <a:r>
              <a:rPr lang="de-DE" dirty="0" err="1"/>
              <a:t>the</a:t>
            </a:r>
            <a:r>
              <a:rPr lang="de-DE" dirty="0"/>
              <a:t> block. </a:t>
            </a:r>
            <a:r>
              <a:rPr lang="de-DE" dirty="0" err="1"/>
              <a:t>Hopefully</a:t>
            </a:r>
            <a:r>
              <a:rPr lang="de-DE" dirty="0"/>
              <a:t>, </a:t>
            </a:r>
            <a:r>
              <a:rPr lang="de-DE" dirty="0" err="1"/>
              <a:t>everything</a:t>
            </a:r>
            <a:r>
              <a:rPr lang="de-DE" dirty="0"/>
              <a:t> </a:t>
            </a:r>
            <a:r>
              <a:rPr lang="de-DE" dirty="0" err="1"/>
              <a:t>has</a:t>
            </a:r>
            <a:r>
              <a:rPr lang="de-DE" dirty="0"/>
              <a:t> </a:t>
            </a:r>
            <a:r>
              <a:rPr lang="de-DE" dirty="0" err="1"/>
              <a:t>paid</a:t>
            </a:r>
            <a:r>
              <a:rPr lang="de-DE" dirty="0"/>
              <a:t> off.</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The most important lessons I learned</a:t>
            </a:r>
            <a:endParaRPr sz="1400" b="1" dirty="0"/>
          </a:p>
          <a:p>
            <a:pPr marL="0" lvl="0" indent="0" algn="just" rtl="0">
              <a:spcBef>
                <a:spcPts val="800"/>
              </a:spcBef>
              <a:spcAft>
                <a:spcPts val="800"/>
              </a:spcAft>
              <a:buNone/>
            </a:pPr>
            <a:r>
              <a:rPr lang="en" dirty="0"/>
              <a:t>I learned how to persevere through tough times.</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de-DE" dirty="0"/>
              <a:t>(</a:t>
            </a:r>
            <a:r>
              <a:rPr lang="de-DE" dirty="0" err="1"/>
              <a:t>note</a:t>
            </a:r>
            <a:r>
              <a:rPr lang="de-DE" dirty="0"/>
              <a:t>: I </a:t>
            </a:r>
            <a:r>
              <a:rPr lang="de-DE" dirty="0" err="1"/>
              <a:t>believe</a:t>
            </a:r>
            <a:r>
              <a:rPr lang="de-DE" dirty="0"/>
              <a:t> </a:t>
            </a:r>
            <a:r>
              <a:rPr lang="de-DE" dirty="0" err="1"/>
              <a:t>there</a:t>
            </a:r>
            <a:r>
              <a:rPr lang="de-DE" dirty="0"/>
              <a:t> </a:t>
            </a:r>
            <a:r>
              <a:rPr lang="de-DE" dirty="0" err="1"/>
              <a:t>may</a:t>
            </a:r>
            <a:r>
              <a:rPr lang="de-DE" dirty="0"/>
              <a:t> </a:t>
            </a:r>
            <a:r>
              <a:rPr lang="de-DE" dirty="0" err="1"/>
              <a:t>be</a:t>
            </a:r>
            <a:r>
              <a:rPr lang="de-DE" dirty="0"/>
              <a:t> a </a:t>
            </a:r>
            <a:r>
              <a:rPr lang="de-DE" dirty="0" err="1"/>
              <a:t>mistake</a:t>
            </a:r>
            <a:r>
              <a:rPr lang="de-DE" dirty="0"/>
              <a:t> in </a:t>
            </a:r>
            <a:r>
              <a:rPr lang="de-DE" dirty="0" err="1"/>
              <a:t>the</a:t>
            </a:r>
            <a:r>
              <a:rPr lang="de-DE" dirty="0"/>
              <a:t> </a:t>
            </a:r>
            <a:r>
              <a:rPr lang="de-DE" dirty="0" err="1"/>
              <a:t>self-assesment</a:t>
            </a:r>
            <a:r>
              <a:rPr lang="de-DE" dirty="0"/>
              <a:t> </a:t>
            </a:r>
            <a:r>
              <a:rPr lang="de-DE" dirty="0" err="1"/>
              <a:t>rubric</a:t>
            </a:r>
            <a:r>
              <a:rPr lang="de-DE" dirty="0"/>
              <a:t> </a:t>
            </a:r>
            <a:r>
              <a:rPr lang="de-DE" dirty="0" err="1"/>
              <a:t>as</a:t>
            </a:r>
            <a:r>
              <a:rPr lang="de-DE" dirty="0"/>
              <a:t> </a:t>
            </a:r>
            <a:r>
              <a:rPr lang="de-DE" dirty="0" err="1"/>
              <a:t>the</a:t>
            </a:r>
            <a:r>
              <a:rPr lang="de-DE" dirty="0"/>
              <a:t> </a:t>
            </a:r>
            <a:r>
              <a:rPr lang="de-DE" dirty="0" err="1"/>
              <a:t>points</a:t>
            </a:r>
            <a:r>
              <a:rPr lang="de-DE" dirty="0"/>
              <a:t> </a:t>
            </a:r>
            <a:r>
              <a:rPr lang="de-DE" dirty="0" err="1"/>
              <a:t>for</a:t>
            </a:r>
            <a:r>
              <a:rPr lang="de-DE" dirty="0"/>
              <a:t> ILO 2 </a:t>
            </a:r>
            <a:r>
              <a:rPr lang="de-DE" dirty="0" err="1"/>
              <a:t>are</a:t>
            </a:r>
            <a:r>
              <a:rPr lang="de-DE" dirty="0"/>
              <a:t> </a:t>
            </a:r>
            <a:r>
              <a:rPr lang="de-DE" dirty="0" err="1"/>
              <a:t>multiplied</a:t>
            </a:r>
            <a:r>
              <a:rPr lang="de-DE" dirty="0"/>
              <a:t> </a:t>
            </a:r>
            <a:r>
              <a:rPr lang="de-DE" dirty="0" err="1"/>
              <a:t>by</a:t>
            </a:r>
            <a:r>
              <a:rPr lang="de-DE" dirty="0"/>
              <a:t> 2, so </a:t>
            </a:r>
            <a:r>
              <a:rPr lang="de-DE" dirty="0" err="1"/>
              <a:t>therefore</a:t>
            </a:r>
            <a:r>
              <a:rPr lang="de-DE" dirty="0"/>
              <a:t> </a:t>
            </a:r>
            <a:r>
              <a:rPr lang="de-DE" dirty="0" err="1"/>
              <a:t>my</a:t>
            </a:r>
            <a:r>
              <a:rPr lang="de-DE" dirty="0"/>
              <a:t> grade </a:t>
            </a:r>
            <a:r>
              <a:rPr lang="de-DE" dirty="0" err="1"/>
              <a:t>would</a:t>
            </a:r>
            <a:r>
              <a:rPr lang="de-DE" dirty="0"/>
              <a:t> </a:t>
            </a:r>
            <a:r>
              <a:rPr lang="de-DE" dirty="0" err="1"/>
              <a:t>be</a:t>
            </a:r>
            <a:r>
              <a:rPr lang="de-DE" dirty="0"/>
              <a:t> 7.4)</a:t>
            </a:r>
            <a:endParaRPr dirty="0"/>
          </a:p>
          <a:p>
            <a:pPr marL="0" lvl="0" indent="0" algn="just" rtl="0">
              <a:spcBef>
                <a:spcPts val="800"/>
              </a:spcBef>
              <a:spcAft>
                <a:spcPts val="0"/>
              </a:spcAft>
              <a:buNone/>
            </a:pPr>
            <a:r>
              <a:rPr lang="de-DE" dirty="0"/>
              <a:t>An 8.3, and </a:t>
            </a:r>
            <a:r>
              <a:rPr lang="de-DE" dirty="0" err="1"/>
              <a:t>even</a:t>
            </a:r>
            <a:r>
              <a:rPr lang="de-DE" dirty="0"/>
              <a:t> a 7.4 </a:t>
            </a:r>
            <a:r>
              <a:rPr lang="de-DE" dirty="0" err="1"/>
              <a:t>seem</a:t>
            </a:r>
            <a:r>
              <a:rPr lang="de-DE" dirty="0"/>
              <a:t> </a:t>
            </a:r>
            <a:r>
              <a:rPr lang="de-DE" dirty="0" err="1"/>
              <a:t>unbelievebly</a:t>
            </a:r>
            <a:r>
              <a:rPr lang="de-DE" dirty="0"/>
              <a:t> high </a:t>
            </a:r>
            <a:r>
              <a:rPr lang="de-DE" dirty="0" err="1"/>
              <a:t>considering</a:t>
            </a:r>
            <a:r>
              <a:rPr lang="de-DE" dirty="0"/>
              <a:t> </a:t>
            </a:r>
            <a:r>
              <a:rPr lang="de-DE" dirty="0" err="1"/>
              <a:t>how</a:t>
            </a:r>
            <a:r>
              <a:rPr lang="de-DE" dirty="0"/>
              <a:t> tough I </a:t>
            </a:r>
            <a:r>
              <a:rPr lang="de-DE" dirty="0" err="1"/>
              <a:t>thought</a:t>
            </a:r>
            <a:r>
              <a:rPr lang="de-DE" dirty="0"/>
              <a:t> </a:t>
            </a:r>
            <a:r>
              <a:rPr lang="de-DE" dirty="0" err="1"/>
              <a:t>this</a:t>
            </a:r>
            <a:r>
              <a:rPr lang="de-DE" dirty="0"/>
              <a:t> block </a:t>
            </a:r>
            <a:r>
              <a:rPr lang="de-DE" dirty="0" err="1"/>
              <a:t>to</a:t>
            </a:r>
            <a:r>
              <a:rPr lang="de-DE" dirty="0"/>
              <a:t> </a:t>
            </a:r>
            <a:r>
              <a:rPr lang="de-DE" dirty="0" err="1"/>
              <a:t>be</a:t>
            </a:r>
            <a:r>
              <a:rPr lang="de-DE" dirty="0"/>
              <a:t>.</a:t>
            </a:r>
            <a:endParaRPr dirty="0"/>
          </a:p>
          <a:p>
            <a:pPr marL="0" lvl="0" indent="0" algn="just" rtl="0">
              <a:spcBef>
                <a:spcPts val="800"/>
              </a:spcBef>
              <a:spcAft>
                <a:spcPts val="0"/>
              </a:spcAft>
              <a:buNone/>
            </a:pPr>
            <a:r>
              <a:rPr lang="en" sz="1400" b="1" dirty="0"/>
              <a:t>How I plan to improve next block</a:t>
            </a:r>
            <a:endParaRPr sz="1400" b="1" dirty="0"/>
          </a:p>
          <a:p>
            <a:pPr marL="0" lvl="0" indent="0" algn="just" rtl="0">
              <a:spcBef>
                <a:spcPts val="800"/>
              </a:spcBef>
              <a:spcAft>
                <a:spcPts val="800"/>
              </a:spcAft>
              <a:buNone/>
            </a:pPr>
            <a:r>
              <a:rPr lang="en" dirty="0"/>
              <a:t>I need to </a:t>
            </a:r>
            <a:r>
              <a:rPr lang="en"/>
              <a:t>improve on mitigating the effects of the tough times.</a:t>
            </a:r>
            <a:endParaRPr dirty="0"/>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dirty="0">
                <a:solidFill>
                  <a:srgbClr val="434343"/>
                </a:solidFill>
                <a:latin typeface="Roboto"/>
                <a:ea typeface="Roboto"/>
                <a:cs typeface="Roboto"/>
                <a:sym typeface="Roboto"/>
              </a:rPr>
              <a:t>8.3</a:t>
            </a:r>
            <a:endParaRPr sz="3600" b="1" dirty="0">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953</TotalTime>
  <Words>9438</Words>
  <Application>Microsoft Office PowerPoint</Application>
  <PresentationFormat>On-screen Show (16:9)</PresentationFormat>
  <Paragraphs>813</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Calibri</vt:lpstr>
      <vt:lpstr>Proxima Nova</vt:lpstr>
      <vt:lpstr>Roboto Light</vt:lpstr>
      <vt:lpstr>Open Sans</vt:lpstr>
      <vt:lpstr>Roboto Thin</vt:lpstr>
      <vt:lpstr>Helvetica Neue</vt:lpstr>
      <vt:lpstr>Arial</vt:lpstr>
      <vt:lpstr>Roboto</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186</cp:revision>
  <dcterms:modified xsi:type="dcterms:W3CDTF">2025-01-24T12:23:39Z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