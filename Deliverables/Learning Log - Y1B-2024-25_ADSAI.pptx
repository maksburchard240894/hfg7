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0" d="100"/>
          <a:sy n="140" d="100"/>
        </p:scale>
        <p:origin x="284" y="8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9.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9.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9.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9.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641210492f586c7e7048ca3999cc3dd4c452cfa2/Deliverables/CreativeBrief_MaksBurchard_240894.ipynb" TargetMode="External"/><Relationship Id="rId7" Type="http://schemas.openxmlformats.org/officeDocument/2006/relationships/hyperlink" Target="https://github.com/BredaUniversityADSAI/2024-25b-fai1-adsai-MaksBurchard240894/blob/d5abdbda997298c5edfd9312bbeacd84588db915/Deliverables/Self%20Assessment%20Rubric%20-%20Y1B-%202024-25_ADSAI.xlsx" TargetMode="External"/><Relationship Id="rId2" Type="http://schemas.openxmlformats.org/officeDocument/2006/relationships/notesSlide" Target="../notesSlides/notesSlide23.xml"/><Relationship Id="rId1" Type="http://schemas.openxmlformats.org/officeDocument/2006/relationships/slideLayout" Target="../slideLayouts/slideLayout9.xml"/><Relationship Id="rId6" Type="http://schemas.openxmlformats.org/officeDocument/2006/relationships/hyperlink" Target="https://github.com/BredaUniversityADSAI/2024-25b-fai1-adsai-MaksBurchard240894/blob/d5abdbda997298c5edfd9312bbeacd84588db915/Deliverables/Worklog%20-%20Y1B-2024-25_ADSAI.xlsx" TargetMode="External"/><Relationship Id="rId5" Type="http://schemas.openxmlformats.org/officeDocument/2006/relationships/hyperlink" Target="https://github.com/BredaUniversityADSAI/2024-25b-fai1-adsai-MaksBurchard240894/blob/d5abdbda997298c5edfd9312bbeacd84588db915/Block%20B/Final%20Presentation.pptx" TargetMode="External"/><Relationship Id="rId4" Type="http://schemas.openxmlformats.org/officeDocument/2006/relationships/hyperlink" Target="https://github.com/BredaUniversityADSAI/2024-25b-fai1-adsai-MaksBurchard240894/blob/641210492f586c7e7048ca3999cc3dd4c452cfa2/Deliverables/FinalReport_Maks_Burchard_240894.docx"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8" Type="http://schemas.openxmlformats.org/officeDocument/2006/relationships/hyperlink" Target="https://github.com/BredaUniversityADSAI/2024-25b-fai1-adsai-MaksBurchard240894/blob/2a5960277c5e20d1ba05a55e632d3fcfd124ccdd/Deliverables/FinalReport_Maks_Burchard_240894.docx" TargetMode="External"/><Relationship Id="rId3" Type="http://schemas.openxmlformats.org/officeDocument/2006/relationships/hyperlink" Target="https://github.com/BredaUniversityADSAI/2024-25b-fai1-adsai-MaksBurchard240894/blob/2a5960277c5e20d1ba05a55e632d3fcfd124ccdd/Block%20B/AlgebraicExample_Final.ipynb" TargetMode="External"/><Relationship Id="rId7"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27.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Block%20B/PricePred_temp.ipynb" TargetMode="External"/><Relationship Id="rId5" Type="http://schemas.openxmlformats.org/officeDocument/2006/relationships/hyperlink" Target="https://github.com/BredaUniversityADSAI/2024-25b-fai1-adsai-MaksBurchard240894/blob/2a5960277c5e20d1ba05a55e632d3fcfd124ccdd/Block%20B/LogisticRegression_Final.ipynb" TargetMode="External"/><Relationship Id="rId4" Type="http://schemas.openxmlformats.org/officeDocument/2006/relationships/hyperlink" Target="https://github.com/BredaUniversityADSAI/2024-25b-fai1-adsai-MaksBurchard240894/blob/2a5960277c5e20d1ba05a55e632d3fcfd124ccdd/Block%20B/LinearRegression_Final.ipynb"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hyperlink" Target="https://github.com/BredaUniversityADSAI/2024-25b-fai1-adsai-MaksBurchard240894/blob/2a5960277c5e20d1ba05a55e632d3fcfd124ccdd/Deliverables/FinalReport_Maks_Burchard_240894.docx"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8" Type="http://schemas.openxmlformats.org/officeDocument/2006/relationships/hyperlink" Target="https://github.com/BredaUniversityADSAI/2024-25b-fai1-adsai-MaksBurchard240894/blob/2a5960277c5e20d1ba05a55e632d3fcfd124ccdd/Deliverables/FinalReport_Maks_Burchard_240894.docx" TargetMode="External"/><Relationship Id="rId3" Type="http://schemas.openxmlformats.org/officeDocument/2006/relationships/hyperlink" Target="https://github.com/BredaUniversityADSAI/2024-25b-fai1-adsai-MaksBurchard240894/blob/2a5960277c5e20d1ba05a55e632d3fcfd124ccdd/Block%20B/AlgebraicExample_Final.ipynb" TargetMode="External"/><Relationship Id="rId7"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33.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Block%20B/PricePred_temp.ipynb" TargetMode="External"/><Relationship Id="rId5" Type="http://schemas.openxmlformats.org/officeDocument/2006/relationships/hyperlink" Target="https://github.com/BredaUniversityADSAI/2024-25b-fai1-adsai-MaksBurchard240894/blob/2a5960277c5e20d1ba05a55e632d3fcfd124ccdd/Block%20B/LogisticRegression_Final.ipynb" TargetMode="External"/><Relationship Id="rId4" Type="http://schemas.openxmlformats.org/officeDocument/2006/relationships/hyperlink" Target="https://github.com/BredaUniversityADSAI/2024-25b-fai1-adsai-MaksBurchard240894/blob/2a5960277c5e20d1ba05a55e632d3fcfd124ccdd/Block%20B/LinearRegression_Final.ipynb"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35.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Block%20B/LogisticRegression_Final.ipynb" TargetMode="External"/><Relationship Id="rId5" Type="http://schemas.openxmlformats.org/officeDocument/2006/relationships/hyperlink" Target="https://github.com/BredaUniversityADSAI/2024-25b-fai1-adsai-MaksBurchard240894/blob/2a5960277c5e20d1ba05a55e632d3fcfd124ccdd/Block%20B/LinearRegression_Final.ipynb" TargetMode="External"/><Relationship Id="rId4" Type="http://schemas.openxmlformats.org/officeDocument/2006/relationships/hyperlink" Target="https://github.com/BredaUniversityADSAI/2024-25b-fai1-adsai-MaksBurchard240894/blob/2a5960277c5e20d1ba05a55e632d3fcfd124ccdd/Deliverables/FinalReport_Maks_Burchard_240894.docx" TargetMode="Externa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2a5960277c5e20d1ba05a55e632d3fcfd124ccdd/Block%20B/AlgebraicExample_Final.ipynb" TargetMode="External"/><Relationship Id="rId2" Type="http://schemas.openxmlformats.org/officeDocument/2006/relationships/notesSlide" Target="../notesSlides/notesSlide37.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Block%20B/LogisticRegression_Final.ipynb" TargetMode="External"/><Relationship Id="rId5" Type="http://schemas.openxmlformats.org/officeDocument/2006/relationships/hyperlink" Target="https://github.com/BredaUniversityADSAI/2024-25b-fai1-adsai-MaksBurchard240894/blob/2a5960277c5e20d1ba05a55e632d3fcfd124ccdd/Block%20B/LinearRegression_Final.ipynb" TargetMode="External"/><Relationship Id="rId4" Type="http://schemas.openxmlformats.org/officeDocument/2006/relationships/hyperlink" Target="https://github.com/BredaUniversityADSAI/2024-25b-fai1-adsai-MaksBurchard240894/blob/2a5960277c5e20d1ba05a55e632d3fcfd124ccdd/Block%20B/PricePred_temp.ipynb" TargetMode="Externa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d5abdbda997298c5edfd9312bbeacd84588db915/Block%20B/Final%20Presentation.pptx" TargetMode="External"/><Relationship Id="rId2" Type="http://schemas.openxmlformats.org/officeDocument/2006/relationships/notesSlide" Target="../notesSlides/notesSlide39.xml"/><Relationship Id="rId1" Type="http://schemas.openxmlformats.org/officeDocument/2006/relationships/slideLayout" Target="../slideLayouts/slideLayout5.xml"/><Relationship Id="rId5" Type="http://schemas.openxmlformats.org/officeDocument/2006/relationships/hyperlink" Target="https://github.com/BredaUniversityADSAI/2024-25b-fai1-adsai-MaksBurchard240894/blob/2a5960277c5e20d1ba05a55e632d3fcfd124ccdd/Deliverables/FinalReport_Maks_Burchard_240894.docx" TargetMode="External"/><Relationship Id="rId4" Type="http://schemas.openxmlformats.org/officeDocument/2006/relationships/hyperlink" Target="https://github.com/BredaUniversityADSAI/2024-25b-fai1-adsai-MaksBurchard240894/blob/2a5960277c5e20d1ba05a55e632d3fcfd124ccdd/Deliverables/CreativeBrief_MaksBurchard_240894.ipynb" TargetMode="External"/></Relationships>
</file>

<file path=ppt/slides/_rels/slide4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19.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I learned last block -													     Previous block’s grade</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pl-PL" dirty="0"/>
              <a:t>Last block I learned the foundations of Data Science. I also learned the foundations of math and Python skills required for the study. I was also taught how to use and create reports and dashboard in PowerBI.</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I of course don’t expect to get a perfect grade on the test but I believe I can get 1.0-1.5 based on how much time I spend on preparation for the test,</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err="1"/>
              <a:t>Reaching</a:t>
            </a:r>
            <a:r>
              <a:rPr lang="de-DE" dirty="0"/>
              <a:t> </a:t>
            </a:r>
            <a:r>
              <a:rPr lang="de-DE" dirty="0" err="1"/>
              <a:t>my</a:t>
            </a:r>
            <a:r>
              <a:rPr lang="de-DE" dirty="0"/>
              <a:t> SMARTER </a:t>
            </a:r>
            <a:r>
              <a:rPr lang="de-DE" dirty="0" err="1"/>
              <a:t>goals</a:t>
            </a:r>
            <a:r>
              <a:rPr lang="de-DE" dirty="0"/>
              <a:t>.</a:t>
            </a: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de-DE" dirty="0"/>
              <a:t>My f</a:t>
            </a:r>
            <a:r>
              <a:rPr lang="pl-PL" dirty="0"/>
              <a:t>irst goal is to reach 320 hours</a:t>
            </a:r>
            <a:r>
              <a:rPr lang="de-DE" dirty="0"/>
              <a:t> </a:t>
            </a:r>
            <a:r>
              <a:rPr lang="de-DE" dirty="0" err="1"/>
              <a:t>of</a:t>
            </a:r>
            <a:r>
              <a:rPr lang="de-DE" dirty="0"/>
              <a:t> </a:t>
            </a:r>
            <a:r>
              <a:rPr lang="de-DE" dirty="0" err="1"/>
              <a:t>work</a:t>
            </a:r>
            <a:r>
              <a:rPr lang="de-DE" dirty="0"/>
              <a:t> </a:t>
            </a:r>
            <a:r>
              <a:rPr lang="de-DE" dirty="0" err="1"/>
              <a:t>done</a:t>
            </a:r>
            <a:r>
              <a:rPr lang="de-DE" dirty="0"/>
              <a:t> </a:t>
            </a:r>
            <a:r>
              <a:rPr lang="de-DE" dirty="0" err="1"/>
              <a:t>this</a:t>
            </a:r>
            <a:r>
              <a:rPr lang="de-DE" dirty="0"/>
              <a:t> block</a:t>
            </a:r>
            <a:r>
              <a:rPr lang="pl-PL" dirty="0"/>
              <a:t>. I should aim for getting 40 hours of work each week and if I don’t reach it, I need to compensate for that by doing more work next week.</a:t>
            </a:r>
            <a:r>
              <a:rPr lang="de-DE" dirty="0"/>
              <a:t> This </a:t>
            </a:r>
            <a:r>
              <a:rPr lang="de-DE" dirty="0" err="1"/>
              <a:t>can</a:t>
            </a:r>
            <a:r>
              <a:rPr lang="de-DE" dirty="0"/>
              <a:t> </a:t>
            </a:r>
            <a:r>
              <a:rPr lang="de-DE" dirty="0" err="1"/>
              <a:t>be</a:t>
            </a:r>
            <a:r>
              <a:rPr lang="de-DE" dirty="0"/>
              <a:t> </a:t>
            </a:r>
            <a:r>
              <a:rPr lang="de-DE" dirty="0" err="1"/>
              <a:t>easily</a:t>
            </a:r>
            <a:r>
              <a:rPr lang="de-DE" dirty="0"/>
              <a:t> </a:t>
            </a:r>
            <a:r>
              <a:rPr lang="de-DE" dirty="0" err="1"/>
              <a:t>measured</a:t>
            </a:r>
            <a:r>
              <a:rPr lang="de-DE" dirty="0"/>
              <a:t> </a:t>
            </a:r>
            <a:r>
              <a:rPr lang="de-DE" dirty="0" err="1"/>
              <a:t>if</a:t>
            </a:r>
            <a:r>
              <a:rPr lang="de-DE" dirty="0"/>
              <a:t> I log </a:t>
            </a:r>
            <a:r>
              <a:rPr lang="de-DE" dirty="0" err="1"/>
              <a:t>my</a:t>
            </a:r>
            <a:r>
              <a:rPr lang="de-DE" dirty="0"/>
              <a:t> </a:t>
            </a:r>
            <a:r>
              <a:rPr lang="de-DE" dirty="0" err="1"/>
              <a:t>hours</a:t>
            </a:r>
            <a:r>
              <a:rPr lang="de-DE" dirty="0"/>
              <a:t> </a:t>
            </a:r>
            <a:r>
              <a:rPr lang="de-DE" dirty="0" err="1"/>
              <a:t>correctly</a:t>
            </a:r>
            <a:r>
              <a:rPr lang="de-DE" dirty="0"/>
              <a:t> in </a:t>
            </a:r>
            <a:r>
              <a:rPr lang="de-DE" dirty="0" err="1"/>
              <a:t>the</a:t>
            </a:r>
            <a:r>
              <a:rPr lang="de-DE" dirty="0"/>
              <a:t> </a:t>
            </a:r>
            <a:r>
              <a:rPr lang="de-DE" dirty="0" err="1"/>
              <a:t>WorkLog</a:t>
            </a:r>
            <a:r>
              <a:rPr lang="de-DE" dirty="0"/>
              <a:t>. This will </a:t>
            </a:r>
            <a:r>
              <a:rPr lang="de-DE" dirty="0" err="1"/>
              <a:t>help</a:t>
            </a:r>
            <a:r>
              <a:rPr lang="de-DE" dirty="0"/>
              <a:t> </a:t>
            </a:r>
            <a:r>
              <a:rPr lang="de-DE" dirty="0" err="1"/>
              <a:t>me</a:t>
            </a:r>
            <a:r>
              <a:rPr lang="de-DE" dirty="0"/>
              <a:t> </a:t>
            </a:r>
            <a:r>
              <a:rPr lang="de-DE" dirty="0" err="1"/>
              <a:t>with</a:t>
            </a:r>
            <a:r>
              <a:rPr lang="de-DE" dirty="0"/>
              <a:t> </a:t>
            </a:r>
            <a:r>
              <a:rPr lang="de-DE" dirty="0" err="1"/>
              <a:t>learning</a:t>
            </a:r>
            <a:r>
              <a:rPr lang="de-DE" dirty="0"/>
              <a:t> </a:t>
            </a:r>
            <a:r>
              <a:rPr lang="de-DE" dirty="0" err="1"/>
              <a:t>how</a:t>
            </a:r>
            <a:r>
              <a:rPr lang="de-DE" dirty="0"/>
              <a:t> </a:t>
            </a:r>
            <a:r>
              <a:rPr lang="de-DE" dirty="0" err="1"/>
              <a:t>to</a:t>
            </a:r>
            <a:r>
              <a:rPr lang="de-DE" dirty="0"/>
              <a:t> plan </a:t>
            </a:r>
            <a:r>
              <a:rPr lang="de-DE" dirty="0" err="1"/>
              <a:t>my</a:t>
            </a:r>
            <a:r>
              <a:rPr lang="de-DE" dirty="0"/>
              <a:t> time in </a:t>
            </a:r>
            <a:r>
              <a:rPr lang="de-DE" dirty="0" err="1"/>
              <a:t>correctly</a:t>
            </a:r>
            <a:r>
              <a:rPr lang="de-DE" dirty="0"/>
              <a:t> and </a:t>
            </a:r>
            <a:r>
              <a:rPr lang="de-DE" dirty="0" err="1"/>
              <a:t>to</a:t>
            </a:r>
            <a:r>
              <a:rPr lang="de-DE" dirty="0"/>
              <a:t> </a:t>
            </a:r>
            <a:r>
              <a:rPr lang="de-DE" dirty="0" err="1"/>
              <a:t>actually</a:t>
            </a:r>
            <a:r>
              <a:rPr lang="de-DE" dirty="0"/>
              <a:t> pull </a:t>
            </a:r>
            <a:r>
              <a:rPr lang="de-DE" dirty="0" err="1"/>
              <a:t>through</a:t>
            </a:r>
            <a:r>
              <a:rPr lang="de-DE" dirty="0"/>
              <a:t> on </a:t>
            </a:r>
            <a:r>
              <a:rPr lang="de-DE" dirty="0" err="1"/>
              <a:t>them</a:t>
            </a:r>
            <a:r>
              <a:rPr lang="de-DE" dirty="0"/>
              <a:t>.</a:t>
            </a:r>
            <a:br>
              <a:rPr lang="de-DE" dirty="0"/>
            </a:br>
            <a:r>
              <a:rPr lang="de-DE" dirty="0"/>
              <a:t>READJUSTMENT: On 06/01/2025, I </a:t>
            </a:r>
            <a:r>
              <a:rPr lang="de-DE" dirty="0" err="1"/>
              <a:t>readjusted</a:t>
            </a:r>
            <a:r>
              <a:rPr lang="de-DE" dirty="0"/>
              <a:t> </a:t>
            </a:r>
            <a:r>
              <a:rPr lang="de-DE" dirty="0" err="1"/>
              <a:t>this</a:t>
            </a:r>
            <a:r>
              <a:rPr lang="de-DE" dirty="0"/>
              <a:t> </a:t>
            </a:r>
            <a:r>
              <a:rPr lang="de-DE" dirty="0" err="1"/>
              <a:t>goal</a:t>
            </a:r>
            <a:r>
              <a:rPr lang="de-DE" dirty="0"/>
              <a:t> down </a:t>
            </a:r>
            <a:r>
              <a:rPr lang="de-DE" dirty="0" err="1"/>
              <a:t>to</a:t>
            </a:r>
            <a:r>
              <a:rPr lang="de-DE" dirty="0"/>
              <a:t> 240 </a:t>
            </a:r>
            <a:r>
              <a:rPr lang="de-DE" dirty="0" err="1"/>
              <a:t>hours</a:t>
            </a:r>
            <a:r>
              <a:rPr lang="de-DE" dirty="0"/>
              <a:t> (30 </a:t>
            </a:r>
            <a:r>
              <a:rPr lang="de-DE" dirty="0" err="1"/>
              <a:t>hours</a:t>
            </a:r>
            <a:r>
              <a:rPr lang="de-DE" dirty="0"/>
              <a:t> per </a:t>
            </a:r>
            <a:r>
              <a:rPr lang="de-DE" dirty="0" err="1"/>
              <a:t>week</a:t>
            </a:r>
            <a:r>
              <a:rPr lang="de-DE" dirty="0"/>
              <a:t>) </a:t>
            </a:r>
            <a:r>
              <a:rPr lang="de-DE" dirty="0" err="1"/>
              <a:t>as</a:t>
            </a:r>
            <a:r>
              <a:rPr lang="de-DE" dirty="0"/>
              <a:t> I do not </a:t>
            </a:r>
            <a:r>
              <a:rPr lang="de-DE" dirty="0" err="1"/>
              <a:t>believe</a:t>
            </a:r>
            <a:r>
              <a:rPr lang="de-DE" dirty="0"/>
              <a:t> I </a:t>
            </a:r>
            <a:r>
              <a:rPr lang="de-DE" dirty="0" err="1"/>
              <a:t>can</a:t>
            </a:r>
            <a:r>
              <a:rPr lang="de-DE" dirty="0"/>
              <a:t> </a:t>
            </a:r>
            <a:r>
              <a:rPr lang="de-DE" dirty="0" err="1"/>
              <a:t>reach</a:t>
            </a:r>
            <a:r>
              <a:rPr lang="de-DE" dirty="0"/>
              <a:t> </a:t>
            </a:r>
            <a:r>
              <a:rPr lang="de-DE" dirty="0" err="1"/>
              <a:t>my</a:t>
            </a:r>
            <a:r>
              <a:rPr lang="de-DE" dirty="0"/>
              <a:t> original </a:t>
            </a:r>
            <a:r>
              <a:rPr lang="de-DE" dirty="0" err="1"/>
              <a:t>goal</a:t>
            </a:r>
            <a:r>
              <a:rPr lang="de-DE" dirty="0"/>
              <a:t> </a:t>
            </a:r>
            <a:r>
              <a:rPr lang="de-DE" dirty="0" err="1"/>
              <a:t>anymore</a:t>
            </a:r>
            <a:r>
              <a:rPr lang="de-DE"/>
              <a:t>.</a:t>
            </a:r>
            <a:endParaRPr lang="de-DE" dirty="0"/>
          </a:p>
          <a:p>
            <a:pPr marL="0" lvl="0" indent="0" algn="just" rtl="0">
              <a:spcBef>
                <a:spcPts val="800"/>
              </a:spcBef>
              <a:spcAft>
                <a:spcPts val="800"/>
              </a:spcAft>
              <a:buNone/>
            </a:pPr>
            <a:r>
              <a:rPr lang="de-DE" dirty="0"/>
              <a:t>My </a:t>
            </a:r>
            <a:r>
              <a:rPr lang="de-DE" dirty="0" err="1"/>
              <a:t>second</a:t>
            </a:r>
            <a:r>
              <a:rPr lang="de-DE" dirty="0"/>
              <a:t> </a:t>
            </a:r>
            <a:r>
              <a:rPr lang="de-DE" dirty="0" err="1"/>
              <a:t>goal</a:t>
            </a:r>
            <a:r>
              <a:rPr lang="de-DE" dirty="0"/>
              <a:t> </a:t>
            </a:r>
            <a:r>
              <a:rPr lang="de-DE" dirty="0" err="1"/>
              <a:t>is</a:t>
            </a:r>
            <a:r>
              <a:rPr lang="de-DE" dirty="0"/>
              <a:t> </a:t>
            </a:r>
            <a:r>
              <a:rPr lang="de-DE" dirty="0" err="1"/>
              <a:t>to</a:t>
            </a:r>
            <a:r>
              <a:rPr lang="de-DE" dirty="0"/>
              <a:t> </a:t>
            </a:r>
            <a:r>
              <a:rPr lang="de-DE" dirty="0" err="1"/>
              <a:t>have</a:t>
            </a:r>
            <a:r>
              <a:rPr lang="de-DE" dirty="0"/>
              <a:t> a </a:t>
            </a:r>
            <a:r>
              <a:rPr lang="de-DE" dirty="0" err="1"/>
              <a:t>better</a:t>
            </a:r>
            <a:r>
              <a:rPr lang="de-DE" dirty="0"/>
              <a:t> </a:t>
            </a:r>
            <a:r>
              <a:rPr lang="de-DE" dirty="0" err="1"/>
              <a:t>sleep</a:t>
            </a:r>
            <a:r>
              <a:rPr lang="de-DE" dirty="0"/>
              <a:t> </a:t>
            </a:r>
            <a:r>
              <a:rPr lang="de-DE" dirty="0" err="1"/>
              <a:t>schedule</a:t>
            </a:r>
            <a:r>
              <a:rPr lang="de-DE" dirty="0"/>
              <a:t>. In </a:t>
            </a:r>
            <a:r>
              <a:rPr lang="de-DE" dirty="0" err="1"/>
              <a:t>the</a:t>
            </a:r>
            <a:r>
              <a:rPr lang="de-DE" dirty="0"/>
              <a:t> </a:t>
            </a:r>
            <a:r>
              <a:rPr lang="de-DE" dirty="0" err="1"/>
              <a:t>previous</a:t>
            </a:r>
            <a:r>
              <a:rPr lang="de-DE" dirty="0"/>
              <a:t> block, I </a:t>
            </a:r>
            <a:r>
              <a:rPr lang="de-DE" dirty="0" err="1"/>
              <a:t>have</a:t>
            </a:r>
            <a:r>
              <a:rPr lang="de-DE" dirty="0"/>
              <a:t> </a:t>
            </a:r>
            <a:r>
              <a:rPr lang="de-DE" dirty="0" err="1"/>
              <a:t>had</a:t>
            </a:r>
            <a:r>
              <a:rPr lang="de-DE" dirty="0"/>
              <a:t> </a:t>
            </a:r>
            <a:r>
              <a:rPr lang="de-DE" dirty="0" err="1"/>
              <a:t>some</a:t>
            </a:r>
            <a:r>
              <a:rPr lang="de-DE" dirty="0"/>
              <a:t> </a:t>
            </a:r>
            <a:r>
              <a:rPr lang="de-DE" dirty="0" err="1"/>
              <a:t>struggles</a:t>
            </a:r>
            <a:r>
              <a:rPr lang="de-DE" dirty="0"/>
              <a:t> </a:t>
            </a:r>
            <a:r>
              <a:rPr lang="de-DE" dirty="0" err="1"/>
              <a:t>with</a:t>
            </a:r>
            <a:r>
              <a:rPr lang="de-DE" dirty="0"/>
              <a:t> </a:t>
            </a:r>
            <a:r>
              <a:rPr lang="de-DE" dirty="0" err="1"/>
              <a:t>sleep</a:t>
            </a:r>
            <a:r>
              <a:rPr lang="de-DE" dirty="0"/>
              <a:t> on </a:t>
            </a:r>
            <a:r>
              <a:rPr lang="de-DE" dirty="0" err="1"/>
              <a:t>certain</a:t>
            </a:r>
            <a:r>
              <a:rPr lang="de-DE" dirty="0"/>
              <a:t> </a:t>
            </a:r>
            <a:r>
              <a:rPr lang="de-DE" dirty="0" err="1"/>
              <a:t>days</a:t>
            </a:r>
            <a:r>
              <a:rPr lang="de-DE" dirty="0"/>
              <a:t> and </a:t>
            </a:r>
            <a:r>
              <a:rPr lang="de-DE" dirty="0" err="1"/>
              <a:t>my</a:t>
            </a:r>
            <a:r>
              <a:rPr lang="de-DE" dirty="0"/>
              <a:t> </a:t>
            </a:r>
            <a:r>
              <a:rPr lang="de-DE" dirty="0" err="1"/>
              <a:t>goal</a:t>
            </a:r>
            <a:r>
              <a:rPr lang="de-DE" dirty="0"/>
              <a:t> </a:t>
            </a:r>
            <a:r>
              <a:rPr lang="de-DE" dirty="0" err="1"/>
              <a:t>this</a:t>
            </a:r>
            <a:r>
              <a:rPr lang="de-DE" dirty="0"/>
              <a:t> block </a:t>
            </a:r>
            <a:r>
              <a:rPr lang="de-DE" dirty="0" err="1"/>
              <a:t>is</a:t>
            </a:r>
            <a:r>
              <a:rPr lang="de-DE" dirty="0"/>
              <a:t> </a:t>
            </a:r>
            <a:r>
              <a:rPr lang="de-DE" dirty="0" err="1"/>
              <a:t>to</a:t>
            </a:r>
            <a:r>
              <a:rPr lang="de-DE" dirty="0"/>
              <a:t> </a:t>
            </a:r>
            <a:r>
              <a:rPr lang="de-DE" dirty="0" err="1"/>
              <a:t>improve</a:t>
            </a:r>
            <a:r>
              <a:rPr lang="de-DE" dirty="0"/>
              <a:t> </a:t>
            </a:r>
            <a:r>
              <a:rPr lang="de-DE" dirty="0" err="1"/>
              <a:t>my</a:t>
            </a:r>
            <a:r>
              <a:rPr lang="de-DE" dirty="0"/>
              <a:t> </a:t>
            </a:r>
            <a:r>
              <a:rPr lang="de-DE" dirty="0" err="1"/>
              <a:t>rythm</a:t>
            </a:r>
            <a:r>
              <a:rPr lang="de-DE" dirty="0"/>
              <a:t> </a:t>
            </a:r>
            <a:r>
              <a:rPr lang="de-DE" dirty="0" err="1"/>
              <a:t>when</a:t>
            </a:r>
            <a:r>
              <a:rPr lang="de-DE" dirty="0"/>
              <a:t> </a:t>
            </a:r>
            <a:r>
              <a:rPr lang="de-DE" dirty="0" err="1"/>
              <a:t>it</a:t>
            </a:r>
            <a:r>
              <a:rPr lang="de-DE" dirty="0"/>
              <a:t> </a:t>
            </a:r>
            <a:r>
              <a:rPr lang="de-DE" dirty="0" err="1"/>
              <a:t>comes</a:t>
            </a:r>
            <a:r>
              <a:rPr lang="de-DE" dirty="0"/>
              <a:t> </a:t>
            </a:r>
            <a:r>
              <a:rPr lang="de-DE" dirty="0" err="1"/>
              <a:t>to</a:t>
            </a:r>
            <a:r>
              <a:rPr lang="de-DE" dirty="0"/>
              <a:t> </a:t>
            </a:r>
            <a:r>
              <a:rPr lang="de-DE" dirty="0" err="1"/>
              <a:t>sleep</a:t>
            </a:r>
            <a:r>
              <a:rPr lang="de-DE" dirty="0"/>
              <a:t>. </a:t>
            </a:r>
            <a:r>
              <a:rPr lang="de-DE" dirty="0" err="1"/>
              <a:t>Unfortunately</a:t>
            </a:r>
            <a:r>
              <a:rPr lang="de-DE" dirty="0"/>
              <a:t>, </a:t>
            </a:r>
            <a:r>
              <a:rPr lang="de-DE" dirty="0" err="1"/>
              <a:t>this</a:t>
            </a:r>
            <a:r>
              <a:rPr lang="de-DE" dirty="0"/>
              <a:t> </a:t>
            </a:r>
            <a:r>
              <a:rPr lang="de-DE" dirty="0" err="1"/>
              <a:t>goal</a:t>
            </a:r>
            <a:r>
              <a:rPr lang="de-DE" dirty="0"/>
              <a:t> </a:t>
            </a:r>
            <a:r>
              <a:rPr lang="de-DE" dirty="0" err="1"/>
              <a:t>is</a:t>
            </a:r>
            <a:r>
              <a:rPr lang="de-DE" dirty="0"/>
              <a:t> </a:t>
            </a:r>
            <a:r>
              <a:rPr lang="de-DE" dirty="0" err="1"/>
              <a:t>less</a:t>
            </a:r>
            <a:r>
              <a:rPr lang="de-DE" dirty="0"/>
              <a:t> </a:t>
            </a:r>
            <a:r>
              <a:rPr lang="de-DE" dirty="0" err="1"/>
              <a:t>measurable</a:t>
            </a:r>
            <a:r>
              <a:rPr lang="de-DE" dirty="0"/>
              <a:t> </a:t>
            </a:r>
            <a:r>
              <a:rPr lang="de-DE" dirty="0" err="1"/>
              <a:t>than</a:t>
            </a:r>
            <a:r>
              <a:rPr lang="de-DE" dirty="0"/>
              <a:t> </a:t>
            </a:r>
            <a:r>
              <a:rPr lang="de-DE" dirty="0" err="1"/>
              <a:t>my</a:t>
            </a:r>
            <a:r>
              <a:rPr lang="de-DE" dirty="0"/>
              <a:t> </a:t>
            </a:r>
            <a:r>
              <a:rPr lang="de-DE" dirty="0" err="1"/>
              <a:t>first</a:t>
            </a:r>
            <a:r>
              <a:rPr lang="de-DE" dirty="0"/>
              <a:t> </a:t>
            </a:r>
            <a:r>
              <a:rPr lang="de-DE" dirty="0" err="1"/>
              <a:t>one</a:t>
            </a:r>
            <a:r>
              <a:rPr lang="de-DE" dirty="0"/>
              <a:t>, but I </a:t>
            </a:r>
            <a:r>
              <a:rPr lang="de-DE" dirty="0" err="1"/>
              <a:t>believe</a:t>
            </a:r>
            <a:r>
              <a:rPr lang="de-DE" dirty="0"/>
              <a:t> </a:t>
            </a:r>
            <a:r>
              <a:rPr lang="de-DE" dirty="0" err="1"/>
              <a:t>it</a:t>
            </a:r>
            <a:r>
              <a:rPr lang="de-DE" dirty="0"/>
              <a:t> </a:t>
            </a:r>
            <a:r>
              <a:rPr lang="de-DE" dirty="0" err="1"/>
              <a:t>can</a:t>
            </a:r>
            <a:r>
              <a:rPr lang="de-DE" dirty="0"/>
              <a:t> still </a:t>
            </a:r>
            <a:r>
              <a:rPr lang="de-DE" dirty="0" err="1"/>
              <a:t>be</a:t>
            </a:r>
            <a:r>
              <a:rPr lang="de-DE" dirty="0"/>
              <a:t> </a:t>
            </a:r>
            <a:r>
              <a:rPr lang="de-DE" dirty="0" err="1"/>
              <a:t>done</a:t>
            </a:r>
            <a:r>
              <a:rPr lang="de-DE" dirty="0"/>
              <a:t>. This will </a:t>
            </a:r>
            <a:r>
              <a:rPr lang="de-DE" dirty="0" err="1"/>
              <a:t>help</a:t>
            </a:r>
            <a:r>
              <a:rPr lang="de-DE" dirty="0"/>
              <a:t> </a:t>
            </a:r>
            <a:r>
              <a:rPr lang="de-DE" dirty="0" err="1"/>
              <a:t>with</a:t>
            </a:r>
            <a:r>
              <a:rPr lang="de-DE" dirty="0"/>
              <a:t> </a:t>
            </a:r>
            <a:r>
              <a:rPr lang="de-DE" dirty="0" err="1"/>
              <a:t>my</a:t>
            </a:r>
            <a:r>
              <a:rPr lang="de-DE" dirty="0"/>
              <a:t> </a:t>
            </a:r>
            <a:r>
              <a:rPr lang="de-DE" dirty="0" err="1"/>
              <a:t>concentration</a:t>
            </a:r>
            <a:r>
              <a:rPr lang="de-DE" dirty="0"/>
              <a:t> </a:t>
            </a:r>
            <a:r>
              <a:rPr lang="de-DE" dirty="0" err="1"/>
              <a:t>during</a:t>
            </a:r>
            <a:r>
              <a:rPr lang="de-DE" dirty="0"/>
              <a:t> </a:t>
            </a:r>
            <a:r>
              <a:rPr lang="de-DE" dirty="0" err="1"/>
              <a:t>school</a:t>
            </a:r>
            <a:r>
              <a:rPr lang="de-DE" dirty="0"/>
              <a:t> </a:t>
            </a:r>
            <a:r>
              <a:rPr lang="de-DE" dirty="0" err="1"/>
              <a:t>hours</a:t>
            </a:r>
            <a:r>
              <a:rPr lang="de-DE" dirty="0"/>
              <a:t> and on </a:t>
            </a:r>
            <a:r>
              <a:rPr lang="de-DE" dirty="0" err="1"/>
              <a:t>DataLab</a:t>
            </a:r>
            <a:r>
              <a:rPr lang="de-DE" dirty="0"/>
              <a:t> </a:t>
            </a:r>
            <a:r>
              <a:rPr lang="de-DE" dirty="0" err="1"/>
              <a:t>days</a:t>
            </a:r>
            <a:r>
              <a:rPr lang="de-DE" dirty="0"/>
              <a:t>.</a:t>
            </a:r>
            <a:endParaRPr lang="pl-PL" dirty="0"/>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pl-PL" dirty="0"/>
              <a:t>I have done what I believe to be expected of me. I have followed all required lessons and am planning to follow some optional material as well.</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p>
          <a:p>
            <a:pPr marL="182880" lvl="0" indent="-154940" algn="l" rtl="0">
              <a:spcBef>
                <a:spcPts val="0"/>
              </a:spcBef>
              <a:spcAft>
                <a:spcPts val="0"/>
              </a:spcAft>
              <a:buSzPts val="1000"/>
              <a:buChar char="●"/>
            </a:pPr>
            <a:r>
              <a:rPr lang="en" dirty="0"/>
              <a:t>I had some problems with certain tasks, but in general did do </a:t>
            </a:r>
            <a:r>
              <a:rPr lang="pl-PL" dirty="0"/>
              <a:t>a lot of work.</a:t>
            </a:r>
            <a:endParaRPr b="1"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en-GB" dirty="0"/>
              <a:t>Finding solutions to unexpected problems</a:t>
            </a:r>
            <a:r>
              <a:rPr lang="pl-PL" dirty="0"/>
              <a:t>, such as figuring out the password to Postgresql or downloading the „credit.csv” file</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en" dirty="0"/>
              <a:t>Filling in</a:t>
            </a:r>
            <a:r>
              <a:rPr lang="pl-PL" dirty="0"/>
              <a:t> and evidencing in</a:t>
            </a:r>
            <a:r>
              <a:rPr lang="en" dirty="0"/>
              <a:t> the WorkLog</a:t>
            </a:r>
            <a:r>
              <a:rPr lang="pl-PL" dirty="0"/>
              <a:t>, </a:t>
            </a:r>
            <a:r>
              <a:rPr lang="en" dirty="0"/>
              <a:t>especially towards the end of the week</a:t>
            </a:r>
            <a:r>
              <a:rPr lang="pl-PL" dirty="0"/>
              <a:t>.</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This week learned the basics of SQL and machine learning.</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The WorkLog needs to be filled in correctly</a:t>
            </a:r>
            <a:r>
              <a:rPr lang="pl-PL" dirty="0"/>
              <a:t> with regards to the tasks, evidence and reflection.</a:t>
            </a:r>
            <a:endParaRPr lang="de-DE" dirty="0"/>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I </a:t>
            </a:r>
            <a:r>
              <a:rPr lang="de-DE" dirty="0" err="1"/>
              <a:t>have</a:t>
            </a:r>
            <a:r>
              <a:rPr lang="de-DE" dirty="0"/>
              <a:t> </a:t>
            </a:r>
            <a:r>
              <a:rPr lang="de-DE" dirty="0" err="1"/>
              <a:t>almost</a:t>
            </a:r>
            <a:r>
              <a:rPr lang="de-DE" dirty="0"/>
              <a:t> </a:t>
            </a:r>
            <a:r>
              <a:rPr lang="de-DE" dirty="0" err="1"/>
              <a:t>reached</a:t>
            </a:r>
            <a:r>
              <a:rPr lang="de-DE" dirty="0"/>
              <a:t> </a:t>
            </a:r>
            <a:r>
              <a:rPr lang="de-DE" dirty="0" err="1"/>
              <a:t>the</a:t>
            </a:r>
            <a:r>
              <a:rPr lang="de-DE" dirty="0"/>
              <a:t> 40 </a:t>
            </a:r>
            <a:r>
              <a:rPr lang="de-DE" dirty="0" err="1"/>
              <a:t>hours</a:t>
            </a:r>
            <a:r>
              <a:rPr lang="de-DE" dirty="0"/>
              <a:t> </a:t>
            </a:r>
            <a:r>
              <a:rPr lang="de-DE" dirty="0" err="1"/>
              <a:t>required</a:t>
            </a:r>
            <a:r>
              <a:rPr lang="de-DE" dirty="0"/>
              <a:t> </a:t>
            </a:r>
            <a:r>
              <a:rPr lang="de-DE" dirty="0" err="1"/>
              <a:t>for</a:t>
            </a:r>
            <a:r>
              <a:rPr lang="de-DE" dirty="0"/>
              <a:t> </a:t>
            </a:r>
            <a:r>
              <a:rPr lang="de-DE" dirty="0" err="1"/>
              <a:t>this</a:t>
            </a:r>
            <a:r>
              <a:rPr lang="de-DE" dirty="0"/>
              <a:t> </a:t>
            </a:r>
            <a:r>
              <a:rPr lang="de-DE" dirty="0" err="1"/>
              <a:t>week</a:t>
            </a:r>
            <a:r>
              <a:rPr lang="de-DE" dirty="0"/>
              <a:t>, and so I </a:t>
            </a:r>
            <a:r>
              <a:rPr lang="de-DE" dirty="0" err="1"/>
              <a:t>need</a:t>
            </a:r>
            <a:r>
              <a:rPr lang="de-DE" dirty="0"/>
              <a:t> </a:t>
            </a:r>
            <a:r>
              <a:rPr lang="de-DE" dirty="0" err="1"/>
              <a:t>to</a:t>
            </a:r>
            <a:r>
              <a:rPr lang="de-DE" dirty="0"/>
              <a:t> </a:t>
            </a:r>
            <a:r>
              <a:rPr lang="de-DE" dirty="0" err="1"/>
              <a:t>work</a:t>
            </a:r>
            <a:r>
              <a:rPr lang="de-DE" dirty="0"/>
              <a:t> 5 </a:t>
            </a:r>
            <a:r>
              <a:rPr lang="de-DE" dirty="0" err="1"/>
              <a:t>hours</a:t>
            </a:r>
            <a:r>
              <a:rPr lang="de-DE" dirty="0"/>
              <a:t> </a:t>
            </a:r>
            <a:r>
              <a:rPr lang="de-DE" dirty="0" err="1"/>
              <a:t>more</a:t>
            </a:r>
            <a:r>
              <a:rPr lang="de-DE" dirty="0"/>
              <a:t> in </a:t>
            </a:r>
            <a:r>
              <a:rPr lang="de-DE" dirty="0" err="1"/>
              <a:t>the</a:t>
            </a:r>
            <a:r>
              <a:rPr lang="de-DE" dirty="0"/>
              <a:t> </a:t>
            </a:r>
            <a:r>
              <a:rPr lang="de-DE" dirty="0" err="1"/>
              <a:t>next</a:t>
            </a:r>
            <a:r>
              <a:rPr lang="de-DE" dirty="0"/>
              <a:t> </a:t>
            </a:r>
            <a:r>
              <a:rPr lang="de-DE" dirty="0" err="1"/>
              <a:t>week</a:t>
            </a:r>
            <a:r>
              <a:rPr lang="de-DE" dirty="0"/>
              <a:t> </a:t>
            </a:r>
            <a:r>
              <a:rPr lang="de-DE" dirty="0" err="1"/>
              <a:t>to</a:t>
            </a:r>
            <a:r>
              <a:rPr lang="de-DE" dirty="0"/>
              <a:t> </a:t>
            </a:r>
            <a:r>
              <a:rPr lang="de-DE" dirty="0" err="1"/>
              <a:t>compensate</a:t>
            </a:r>
            <a:r>
              <a:rPr lang="de-DE" dirty="0"/>
              <a:t> </a:t>
            </a:r>
            <a:r>
              <a:rPr lang="de-DE" dirty="0" err="1"/>
              <a:t>for</a:t>
            </a:r>
            <a:r>
              <a:rPr lang="de-DE" dirty="0"/>
              <a:t> </a:t>
            </a:r>
            <a:r>
              <a:rPr lang="de-DE" dirty="0" err="1"/>
              <a:t>this</a:t>
            </a:r>
            <a:r>
              <a:rPr lang="de-DE" dirty="0"/>
              <a:t>. In </a:t>
            </a:r>
            <a:r>
              <a:rPr lang="de-DE" dirty="0" err="1"/>
              <a:t>terms</a:t>
            </a:r>
            <a:r>
              <a:rPr lang="de-DE" dirty="0"/>
              <a:t> </a:t>
            </a:r>
            <a:r>
              <a:rPr lang="de-DE" dirty="0" err="1"/>
              <a:t>of</a:t>
            </a:r>
            <a:r>
              <a:rPr lang="de-DE" dirty="0"/>
              <a:t> </a:t>
            </a:r>
            <a:r>
              <a:rPr lang="de-DE" dirty="0" err="1"/>
              <a:t>sleeping</a:t>
            </a:r>
            <a:r>
              <a:rPr lang="de-DE" dirty="0"/>
              <a:t>, I </a:t>
            </a:r>
            <a:r>
              <a:rPr lang="de-DE" dirty="0" err="1"/>
              <a:t>have</a:t>
            </a:r>
            <a:r>
              <a:rPr lang="de-DE" dirty="0"/>
              <a:t> not </a:t>
            </a:r>
            <a:r>
              <a:rPr lang="de-DE" dirty="0" err="1"/>
              <a:t>begun</a:t>
            </a:r>
            <a:r>
              <a:rPr lang="de-DE" dirty="0"/>
              <a:t> </a:t>
            </a:r>
            <a:r>
              <a:rPr lang="de-DE" dirty="0" err="1"/>
              <a:t>trying</a:t>
            </a:r>
            <a:r>
              <a:rPr lang="de-DE" dirty="0"/>
              <a:t> </a:t>
            </a:r>
            <a:r>
              <a:rPr lang="de-DE" dirty="0" err="1"/>
              <a:t>to</a:t>
            </a:r>
            <a:r>
              <a:rPr lang="de-DE" dirty="0"/>
              <a:t> </a:t>
            </a:r>
            <a:r>
              <a:rPr lang="de-DE" dirty="0" err="1"/>
              <a:t>set</a:t>
            </a:r>
            <a:r>
              <a:rPr lang="de-DE" dirty="0"/>
              <a:t> a </a:t>
            </a:r>
            <a:r>
              <a:rPr lang="de-DE" dirty="0" err="1"/>
              <a:t>rhythm</a:t>
            </a:r>
            <a:r>
              <a:rPr lang="de-DE" dirty="0"/>
              <a:t> </a:t>
            </a:r>
            <a:r>
              <a:rPr lang="de-DE" dirty="0" err="1"/>
              <a:t>yet</a:t>
            </a:r>
            <a:r>
              <a:rPr lang="de-DE" dirty="0"/>
              <a: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 name="Picture 2">
            <a:extLst>
              <a:ext uri="{FF2B5EF4-FFF2-40B4-BE49-F238E27FC236}">
                <a16:creationId xmlns:a16="http://schemas.microsoft.com/office/drawing/2014/main" id="{7CEC7198-6932-457B-ADBB-EF4B2290DF3A}"/>
              </a:ext>
            </a:extLst>
          </p:cNvPr>
          <p:cNvPicPr>
            <a:picLocks noChangeAspect="1"/>
          </p:cNvPicPr>
          <p:nvPr/>
        </p:nvPicPr>
        <p:blipFill>
          <a:blip r:embed="rId3"/>
          <a:stretch>
            <a:fillRect/>
          </a:stretch>
        </p:blipFill>
        <p:spPr>
          <a:xfrm>
            <a:off x="377588" y="2866407"/>
            <a:ext cx="1924335" cy="108243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en" dirty="0"/>
              <a:t>There’s a couple of blocked tasks which don’t looks good but rest seems fine.</a:t>
            </a:r>
            <a:endParaRPr dirty="0"/>
          </a:p>
          <a:p>
            <a:pPr marL="0" indent="0">
              <a:spcBef>
                <a:spcPts val="800"/>
              </a:spcBef>
              <a:spcAft>
                <a:spcPts val="800"/>
              </a:spcAft>
              <a:buNone/>
            </a:pPr>
            <a:r>
              <a:rPr lang="en-US" noProof="0" dirty="0"/>
              <a:t>It‘s the first week so there‘s not really much to talk about.</a:t>
            </a:r>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 dirty="0"/>
              <a:t>My goal for this week is to make sure I fill in the WorkLog correctly.</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pl-PL" dirty="0"/>
              <a:t>I have filled in my Worklog better this week except for Friday where I forgot to fill it in after I returned home.</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lang="pl-PL" b="1" dirty="0"/>
          </a:p>
          <a:p>
            <a:pPr marL="182880" lvl="0" indent="-154940" algn="l" rtl="0">
              <a:spcBef>
                <a:spcPts val="0"/>
              </a:spcBef>
              <a:spcAft>
                <a:spcPts val="0"/>
              </a:spcAft>
              <a:buSzPts val="1000"/>
              <a:buChar char="●"/>
            </a:pPr>
            <a:r>
              <a:rPr lang="pl-PL" dirty="0"/>
              <a:t>There were ups and downs during this week but on average I would say it went quite well.</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pl-PL" dirty="0"/>
              <a:t>Following the content.</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pl-PL" dirty="0"/>
              <a:t>Finishing up my work.</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I learned some new concepts in the field of machine learning and EDA concepts.</a:t>
            </a:r>
            <a:endParaRPr dirty="0"/>
          </a:p>
          <a:p>
            <a:pPr marL="182880" lvl="0" indent="-154940" algn="l" rtl="0">
              <a:spcBef>
                <a:spcPts val="0"/>
              </a:spcBef>
              <a:spcAft>
                <a:spcPts val="0"/>
              </a:spcAft>
              <a:buSzPts val="1000"/>
              <a:buChar char="●"/>
            </a:pPr>
            <a:r>
              <a:rPr lang="en" b="1" dirty="0"/>
              <a:t>What could be added as an Action point looking forward to next week?</a:t>
            </a:r>
            <a:endParaRPr lang="pl-PL" b="1" dirty="0"/>
          </a:p>
          <a:p>
            <a:pPr marL="182880" lvl="0" indent="-154940" algn="l" rtl="0">
              <a:spcBef>
                <a:spcPts val="0"/>
              </a:spcBef>
              <a:spcAft>
                <a:spcPts val="0"/>
              </a:spcAft>
              <a:buSzPts val="1000"/>
              <a:buChar char="●"/>
            </a:pPr>
            <a:r>
              <a:rPr lang="pl-PL" dirty="0"/>
              <a:t>Finishing some of my planned tasks that I did not finish during this week</a:t>
            </a:r>
            <a:r>
              <a:rPr lang="de-DE" dirty="0"/>
              <a:t>.</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This </a:t>
            </a:r>
            <a:r>
              <a:rPr lang="de-DE" dirty="0" err="1"/>
              <a:t>week</a:t>
            </a:r>
            <a:r>
              <a:rPr lang="de-DE" dirty="0"/>
              <a:t> I </a:t>
            </a:r>
            <a:r>
              <a:rPr lang="de-DE" dirty="0" err="1"/>
              <a:t>did</a:t>
            </a:r>
            <a:r>
              <a:rPr lang="de-DE" dirty="0"/>
              <a:t> </a:t>
            </a:r>
            <a:r>
              <a:rPr lang="de-DE" dirty="0" err="1"/>
              <a:t>the</a:t>
            </a:r>
            <a:r>
              <a:rPr lang="de-DE" dirty="0"/>
              <a:t> </a:t>
            </a:r>
            <a:r>
              <a:rPr lang="de-DE" dirty="0" err="1"/>
              <a:t>tasks</a:t>
            </a:r>
            <a:r>
              <a:rPr lang="de-DE" dirty="0"/>
              <a:t> but I </a:t>
            </a:r>
            <a:r>
              <a:rPr lang="de-DE" dirty="0" err="1"/>
              <a:t>did</a:t>
            </a:r>
            <a:r>
              <a:rPr lang="de-DE" dirty="0"/>
              <a:t> </a:t>
            </a:r>
            <a:r>
              <a:rPr lang="de-DE" dirty="0" err="1"/>
              <a:t>finished</a:t>
            </a:r>
            <a:r>
              <a:rPr lang="de-DE" dirty="0"/>
              <a:t> </a:t>
            </a:r>
            <a:r>
              <a:rPr lang="de-DE" dirty="0" err="1"/>
              <a:t>them</a:t>
            </a:r>
            <a:r>
              <a:rPr lang="de-DE" dirty="0"/>
              <a:t> </a:t>
            </a:r>
            <a:r>
              <a:rPr lang="de-DE" dirty="0" err="1"/>
              <a:t>too</a:t>
            </a:r>
            <a:r>
              <a:rPr lang="de-DE" dirty="0"/>
              <a:t> fast and so I </a:t>
            </a:r>
            <a:r>
              <a:rPr lang="de-DE" dirty="0" err="1"/>
              <a:t>didn‘t</a:t>
            </a:r>
            <a:r>
              <a:rPr lang="de-DE" dirty="0"/>
              <a:t> </a:t>
            </a:r>
            <a:r>
              <a:rPr lang="de-DE" dirty="0" err="1"/>
              <a:t>reach</a:t>
            </a:r>
            <a:r>
              <a:rPr lang="de-DE" dirty="0"/>
              <a:t> </a:t>
            </a:r>
            <a:r>
              <a:rPr lang="de-DE" dirty="0" err="1"/>
              <a:t>the</a:t>
            </a:r>
            <a:r>
              <a:rPr lang="de-DE" dirty="0"/>
              <a:t> 40 </a:t>
            </a:r>
            <a:r>
              <a:rPr lang="de-DE" dirty="0" err="1"/>
              <a:t>hours</a:t>
            </a:r>
            <a:r>
              <a:rPr lang="de-DE" dirty="0"/>
              <a:t> </a:t>
            </a:r>
            <a:r>
              <a:rPr lang="de-DE" dirty="0" err="1"/>
              <a:t>required</a:t>
            </a:r>
            <a:r>
              <a:rPr lang="de-DE" dirty="0"/>
              <a:t> </a:t>
            </a:r>
            <a:r>
              <a:rPr lang="de-DE" dirty="0" err="1"/>
              <a:t>once</a:t>
            </a:r>
            <a:r>
              <a:rPr lang="de-DE" dirty="0"/>
              <a:t> </a:t>
            </a:r>
            <a:r>
              <a:rPr lang="de-DE" dirty="0" err="1"/>
              <a:t>again</a:t>
            </a:r>
            <a:r>
              <a:rPr lang="de-DE" dirty="0"/>
              <a:t>. </a:t>
            </a:r>
            <a:r>
              <a:rPr lang="de-DE" dirty="0" err="1"/>
              <a:t>I‘m</a:t>
            </a:r>
            <a:r>
              <a:rPr lang="de-DE" dirty="0"/>
              <a:t> </a:t>
            </a:r>
            <a:r>
              <a:rPr lang="de-DE" dirty="0" err="1"/>
              <a:t>making</a:t>
            </a:r>
            <a:r>
              <a:rPr lang="de-DE" dirty="0"/>
              <a:t> </a:t>
            </a:r>
            <a:r>
              <a:rPr lang="de-DE" dirty="0" err="1"/>
              <a:t>plans</a:t>
            </a:r>
            <a:r>
              <a:rPr lang="de-DE" dirty="0"/>
              <a:t> </a:t>
            </a:r>
            <a:r>
              <a:rPr lang="de-DE" dirty="0" err="1"/>
              <a:t>to</a:t>
            </a:r>
            <a:r>
              <a:rPr lang="de-DE" dirty="0"/>
              <a:t> </a:t>
            </a:r>
            <a:r>
              <a:rPr lang="de-DE" dirty="0" err="1"/>
              <a:t>implement</a:t>
            </a:r>
            <a:r>
              <a:rPr lang="de-DE" dirty="0"/>
              <a:t> a </a:t>
            </a:r>
            <a:r>
              <a:rPr lang="de-DE" dirty="0" err="1"/>
              <a:t>better</a:t>
            </a:r>
            <a:r>
              <a:rPr lang="de-DE" dirty="0"/>
              <a:t> </a:t>
            </a:r>
            <a:r>
              <a:rPr lang="de-DE" dirty="0" err="1"/>
              <a:t>sleeping</a:t>
            </a:r>
            <a:r>
              <a:rPr lang="de-DE" dirty="0"/>
              <a:t> </a:t>
            </a:r>
            <a:r>
              <a:rPr lang="de-DE" dirty="0" err="1"/>
              <a:t>schedule</a:t>
            </a:r>
            <a:r>
              <a:rPr lang="de-DE" dirty="0"/>
              <a:t>.</a:t>
            </a:r>
            <a:endParaRPr dirty="0"/>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050" name="Picture 2">
            <a:extLst>
              <a:ext uri="{FF2B5EF4-FFF2-40B4-BE49-F238E27FC236}">
                <a16:creationId xmlns:a16="http://schemas.microsoft.com/office/drawing/2014/main" id="{BA973DCA-AA7E-1705-FA32-34E59540D3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8004" y="2866406"/>
            <a:ext cx="1879195" cy="108337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FDC85247-FD09-B0B0-A595-354DC40A53A5}"/>
              </a:ext>
            </a:extLst>
          </p:cNvPr>
          <p:cNvPicPr>
            <a:picLocks noChangeAspect="1"/>
          </p:cNvPicPr>
          <p:nvPr/>
        </p:nvPicPr>
        <p:blipFill>
          <a:blip r:embed="rId4"/>
          <a:stretch>
            <a:fillRect/>
          </a:stretch>
        </p:blipFill>
        <p:spPr>
          <a:xfrm>
            <a:off x="374296" y="2866407"/>
            <a:ext cx="1924334" cy="108243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pl-PL" b="1" dirty="0"/>
              <a:t>Mentor </a:t>
            </a:r>
            <a:r>
              <a:rPr lang="pl-PL" dirty="0"/>
              <a:t>I did a nice job of actually following the WorkLog but the evidencing needs to be done and what I wrote in the Learning Log needs to be a bit longer. I also went over what the SMARTER goals were due to me being a bit confused over them.</a:t>
            </a:r>
            <a:endParaRPr dirty="0"/>
          </a:p>
          <a:p>
            <a:pPr marL="0" lvl="0" indent="0" algn="l" rtl="0">
              <a:spcBef>
                <a:spcPts val="800"/>
              </a:spcBef>
              <a:spcAft>
                <a:spcPts val="800"/>
              </a:spcAft>
              <a:buNone/>
            </a:pPr>
            <a:r>
              <a:rPr lang="pl-PL" dirty="0"/>
              <a:t>The WorkLog evidencing was obvious to me aswell. I also recieved the fedback about my texts in the Learning Log being too short last block, meaning it is something I need to be carefull about. I am thankfull for the SMARTER goals explanation.</a:t>
            </a:r>
            <a:endParaRPr dirty="0"/>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en-GB" dirty="0"/>
              <a:t>My goal for this week is to continue working with the tasks that have been given to me.</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en-GB" dirty="0"/>
              <a:t>I have continued working, just like I had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lang="pl-PL" b="1" dirty="0"/>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r>
              <a:rPr lang="en" dirty="0"/>
              <a:t>?</a:t>
            </a:r>
            <a:endParaRPr lang="pl-PL" dirty="0"/>
          </a:p>
          <a:p>
            <a:pPr marL="182880" lvl="0" indent="-154940" algn="l" rtl="0">
              <a:spcBef>
                <a:spcPts val="0"/>
              </a:spcBef>
              <a:spcAft>
                <a:spcPts val="0"/>
              </a:spcAft>
              <a:buSzPts val="1000"/>
              <a:buChar char="●"/>
            </a:pPr>
            <a:r>
              <a:rPr lang="en" dirty="0"/>
              <a:t> The week went well this time.</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en-GB" dirty="0"/>
              <a:t>I got a lot of work done.</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en-GB" dirty="0"/>
              <a:t>I did not get everything done </a:t>
            </a:r>
            <a:r>
              <a:rPr lang="de-DE" dirty="0"/>
              <a:t>and </a:t>
            </a:r>
            <a:r>
              <a:rPr lang="en-GB" dirty="0"/>
              <a:t>need to learn to finish up my work.</a:t>
            </a:r>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en-GB" dirty="0"/>
              <a:t>I learned more concepts related to machine learning and re-learned the concept and rules of matrices.</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I need to concentrate a bit better buring datalabs as my focus drifts off sometimes.</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This </a:t>
            </a:r>
            <a:r>
              <a:rPr lang="de-DE" dirty="0" err="1"/>
              <a:t>week</a:t>
            </a:r>
            <a:r>
              <a:rPr lang="de-DE" dirty="0"/>
              <a:t> I </a:t>
            </a:r>
            <a:r>
              <a:rPr lang="de-DE" dirty="0" err="1"/>
              <a:t>got</a:t>
            </a:r>
            <a:r>
              <a:rPr lang="de-DE" dirty="0"/>
              <a:t> </a:t>
            </a:r>
            <a:r>
              <a:rPr lang="de-DE" dirty="0" err="1"/>
              <a:t>the</a:t>
            </a:r>
            <a:r>
              <a:rPr lang="de-DE" dirty="0"/>
              <a:t> </a:t>
            </a:r>
            <a:r>
              <a:rPr lang="de-DE" dirty="0" err="1"/>
              <a:t>closest</a:t>
            </a:r>
            <a:r>
              <a:rPr lang="de-DE" dirty="0"/>
              <a:t> </a:t>
            </a:r>
            <a:r>
              <a:rPr lang="de-DE" dirty="0" err="1"/>
              <a:t>to</a:t>
            </a:r>
            <a:r>
              <a:rPr lang="de-DE" dirty="0"/>
              <a:t> </a:t>
            </a:r>
            <a:r>
              <a:rPr lang="de-DE" dirty="0" err="1"/>
              <a:t>the</a:t>
            </a:r>
            <a:r>
              <a:rPr lang="de-DE" dirty="0"/>
              <a:t> 40 </a:t>
            </a:r>
            <a:r>
              <a:rPr lang="de-DE" dirty="0" err="1"/>
              <a:t>hours</a:t>
            </a:r>
            <a:r>
              <a:rPr lang="de-DE" dirty="0"/>
              <a:t>, but I </a:t>
            </a:r>
            <a:r>
              <a:rPr lang="de-DE" dirty="0" err="1"/>
              <a:t>have</a:t>
            </a:r>
            <a:r>
              <a:rPr lang="de-DE" dirty="0"/>
              <a:t> not </a:t>
            </a:r>
            <a:r>
              <a:rPr lang="de-DE" dirty="0" err="1"/>
              <a:t>reached</a:t>
            </a:r>
            <a:r>
              <a:rPr lang="de-DE" dirty="0"/>
              <a:t> </a:t>
            </a:r>
            <a:r>
              <a:rPr lang="de-DE" dirty="0" err="1"/>
              <a:t>it</a:t>
            </a:r>
            <a:r>
              <a:rPr lang="de-DE" dirty="0"/>
              <a:t> and I am </a:t>
            </a:r>
            <a:r>
              <a:rPr lang="de-DE" dirty="0" err="1"/>
              <a:t>falling</a:t>
            </a:r>
            <a:r>
              <a:rPr lang="de-DE" dirty="0"/>
              <a:t> </a:t>
            </a:r>
            <a:r>
              <a:rPr lang="de-DE" dirty="0" err="1"/>
              <a:t>more</a:t>
            </a:r>
            <a:r>
              <a:rPr lang="de-DE" dirty="0"/>
              <a:t> </a:t>
            </a:r>
            <a:r>
              <a:rPr lang="de-DE" dirty="0" err="1"/>
              <a:t>behind</a:t>
            </a:r>
            <a:r>
              <a:rPr lang="de-DE" dirty="0"/>
              <a:t> on </a:t>
            </a:r>
            <a:r>
              <a:rPr lang="de-DE" dirty="0" err="1"/>
              <a:t>the</a:t>
            </a:r>
            <a:r>
              <a:rPr lang="de-DE" dirty="0"/>
              <a:t> </a:t>
            </a:r>
            <a:r>
              <a:rPr lang="de-DE" dirty="0" err="1"/>
              <a:t>goal</a:t>
            </a:r>
            <a:r>
              <a:rPr lang="de-DE" dirty="0"/>
              <a:t>. I </a:t>
            </a:r>
            <a:r>
              <a:rPr lang="de-DE" dirty="0" err="1"/>
              <a:t>have</a:t>
            </a:r>
            <a:r>
              <a:rPr lang="de-DE" dirty="0"/>
              <a:t> </a:t>
            </a:r>
            <a:r>
              <a:rPr lang="de-DE" dirty="0" err="1"/>
              <a:t>made</a:t>
            </a:r>
            <a:r>
              <a:rPr lang="de-DE" dirty="0"/>
              <a:t> a plan </a:t>
            </a:r>
            <a:r>
              <a:rPr lang="de-DE" dirty="0" err="1"/>
              <a:t>for</a:t>
            </a:r>
            <a:r>
              <a:rPr lang="de-DE" dirty="0"/>
              <a:t> </a:t>
            </a:r>
            <a:r>
              <a:rPr lang="de-DE" dirty="0" err="1"/>
              <a:t>the</a:t>
            </a:r>
            <a:r>
              <a:rPr lang="de-DE" dirty="0"/>
              <a:t> </a:t>
            </a:r>
            <a:r>
              <a:rPr lang="de-DE" dirty="0" err="1"/>
              <a:t>sleep</a:t>
            </a:r>
            <a:r>
              <a:rPr lang="de-DE" dirty="0"/>
              <a:t> </a:t>
            </a:r>
            <a:r>
              <a:rPr lang="de-DE" dirty="0" err="1"/>
              <a:t>rhythm</a:t>
            </a:r>
            <a:r>
              <a:rPr lang="de-DE" dirty="0"/>
              <a:t> and I am </a:t>
            </a:r>
            <a:r>
              <a:rPr lang="de-DE" dirty="0" err="1"/>
              <a:t>planning</a:t>
            </a:r>
            <a:r>
              <a:rPr lang="de-DE" dirty="0"/>
              <a:t> on </a:t>
            </a:r>
            <a:r>
              <a:rPr lang="de-DE" dirty="0" err="1"/>
              <a:t>implementing</a:t>
            </a:r>
            <a:r>
              <a:rPr lang="de-DE" dirty="0"/>
              <a:t> </a:t>
            </a:r>
            <a:r>
              <a:rPr lang="de-DE" dirty="0" err="1"/>
              <a:t>it</a:t>
            </a:r>
            <a:r>
              <a:rPr lang="de-DE" dirty="0"/>
              <a:t> </a:t>
            </a:r>
            <a:r>
              <a:rPr lang="de-DE" dirty="0" err="1"/>
              <a:t>next</a:t>
            </a:r>
            <a:r>
              <a:rPr lang="de-DE" dirty="0"/>
              <a:t> </a:t>
            </a:r>
            <a:r>
              <a:rPr lang="de-DE" dirty="0" err="1"/>
              <a:t>week</a:t>
            </a:r>
            <a:r>
              <a:rPr lang="de-DE" dirty="0"/>
              <a:t>.</a:t>
            </a:r>
            <a:endParaRPr lang="pl-PL"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 name="Picture 5">
            <a:extLst>
              <a:ext uri="{FF2B5EF4-FFF2-40B4-BE49-F238E27FC236}">
                <a16:creationId xmlns:a16="http://schemas.microsoft.com/office/drawing/2014/main" id="{CAB3767A-A1EF-6A0C-A326-146473B25E0F}"/>
              </a:ext>
            </a:extLst>
          </p:cNvPr>
          <p:cNvPicPr>
            <a:picLocks noChangeAspect="1"/>
          </p:cNvPicPr>
          <p:nvPr/>
        </p:nvPicPr>
        <p:blipFill>
          <a:blip r:embed="rId3"/>
          <a:stretch>
            <a:fillRect/>
          </a:stretch>
        </p:blipFill>
        <p:spPr>
          <a:xfrm>
            <a:off x="392493" y="2466316"/>
            <a:ext cx="1609254" cy="2277094"/>
          </a:xfrm>
          <a:prstGeom prst="rect">
            <a:avLst/>
          </a:prstGeom>
        </p:spPr>
      </p:pic>
      <p:pic>
        <p:nvPicPr>
          <p:cNvPr id="2056" name="Picture 8">
            <a:extLst>
              <a:ext uri="{FF2B5EF4-FFF2-40B4-BE49-F238E27FC236}">
                <a16:creationId xmlns:a16="http://schemas.microsoft.com/office/drawing/2014/main" id="{F76278FA-2FF6-2414-68F1-F4AE024933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41744" y="2464664"/>
            <a:ext cx="1609428" cy="227709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US" b="1" noProof="0" dirty="0"/>
              <a:t>Milo </a:t>
            </a:r>
            <a:r>
              <a:rPr lang="en-US" b="1" noProof="0" dirty="0" err="1"/>
              <a:t>Everse</a:t>
            </a:r>
            <a:r>
              <a:rPr lang="en-US" b="1" noProof="0" dirty="0"/>
              <a:t> </a:t>
            </a:r>
            <a:r>
              <a:rPr lang="en-US" noProof="0" dirty="0"/>
              <a:t>Compared to the mentor feedback, the work this week was not sufficient.</a:t>
            </a:r>
          </a:p>
          <a:p>
            <a:pPr marL="0" lvl="0" indent="0" algn="l" rtl="0">
              <a:spcBef>
                <a:spcPts val="800"/>
              </a:spcBef>
              <a:spcAft>
                <a:spcPts val="800"/>
              </a:spcAft>
              <a:buNone/>
            </a:pPr>
            <a:r>
              <a:rPr lang="en" dirty="0"/>
              <a:t>I did not really attempt to adress the mentor feedback this week so during week 4 I will have to try and adress it. Feedback is fair.</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GB" dirty="0"/>
              <a:t>My goal this week is to mainly prepare for the Python retake on the 16</a:t>
            </a:r>
            <a:r>
              <a:rPr lang="en-GB" baseline="30000" dirty="0"/>
              <a:t>th</a:t>
            </a:r>
            <a:r>
              <a:rPr lang="en-GB" dirty="0"/>
              <a:t>.</a:t>
            </a:r>
            <a:endParaRPr dirty="0"/>
          </a:p>
          <a:p>
            <a:pPr marL="182880" lvl="0" indent="-154940" algn="l" rtl="0">
              <a:spcBef>
                <a:spcPts val="0"/>
              </a:spcBef>
              <a:spcAft>
                <a:spcPts val="0"/>
              </a:spcAft>
              <a:buSzPts val="1000"/>
              <a:buChar char="●"/>
            </a:pPr>
            <a:r>
              <a:rPr lang="en-GB" b="1" dirty="0"/>
              <a:t>What have you actually been able to do? </a:t>
            </a:r>
          </a:p>
          <a:p>
            <a:pPr marL="182880" lvl="0" indent="-154940" algn="l" rtl="0">
              <a:spcBef>
                <a:spcPts val="0"/>
              </a:spcBef>
              <a:spcAft>
                <a:spcPts val="0"/>
              </a:spcAft>
              <a:buSzPts val="1000"/>
              <a:buChar char="●"/>
            </a:pPr>
            <a:r>
              <a:rPr lang="en-GB" dirty="0"/>
              <a:t>I have prepared for the retake and continued working on the task from the other days that I was not sick.</a:t>
            </a:r>
          </a:p>
          <a:p>
            <a:pPr marL="182880" lvl="0" indent="-154940" algn="l" rtl="0">
              <a:spcBef>
                <a:spcPts val="0"/>
              </a:spcBef>
              <a:spcAft>
                <a:spcPts val="0"/>
              </a:spcAft>
              <a:buSzPts val="1000"/>
              <a:buChar char="●"/>
            </a:pPr>
            <a:r>
              <a:rPr lang="en-GB" b="1" dirty="0"/>
              <a:t>Showcase the evidence of your progress </a:t>
            </a:r>
            <a:r>
              <a:rPr lang="en" b="1" dirty="0"/>
              <a:t>(production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en-GB" dirty="0"/>
              <a:t>The week began bad with me being sick but it did turn good as I prepared for the retakes.</a:t>
            </a:r>
          </a:p>
          <a:p>
            <a:pPr marL="182880" lvl="0" indent="-154940" algn="l" rtl="0">
              <a:spcBef>
                <a:spcPts val="0"/>
              </a:spcBef>
              <a:spcAft>
                <a:spcPts val="0"/>
              </a:spcAft>
              <a:buSzPts val="1000"/>
              <a:buChar char="●"/>
            </a:pPr>
            <a:r>
              <a:rPr lang="en-GB" b="1" dirty="0"/>
              <a:t>What went well? </a:t>
            </a:r>
          </a:p>
          <a:p>
            <a:pPr marL="182880" lvl="0" indent="-154940" algn="l" rtl="0">
              <a:spcBef>
                <a:spcPts val="0"/>
              </a:spcBef>
              <a:spcAft>
                <a:spcPts val="0"/>
              </a:spcAft>
              <a:buSzPts val="1000"/>
              <a:buChar char="●"/>
            </a:pPr>
            <a:r>
              <a:rPr lang="en-GB" dirty="0"/>
              <a:t>Preparation for the retakes.</a:t>
            </a:r>
          </a:p>
          <a:p>
            <a:pPr marL="182880" lvl="0" indent="-154940" algn="l" rtl="0">
              <a:spcBef>
                <a:spcPts val="0"/>
              </a:spcBef>
              <a:spcAft>
                <a:spcPts val="0"/>
              </a:spcAft>
              <a:buSzPts val="1000"/>
              <a:buChar char="●"/>
            </a:pPr>
            <a:r>
              <a:rPr lang="en-GB" b="1" dirty="0"/>
              <a:t>What didn’t go so well? </a:t>
            </a:r>
          </a:p>
          <a:p>
            <a:pPr marL="182880" lvl="0" indent="-154940" algn="l" rtl="0">
              <a:spcBef>
                <a:spcPts val="0"/>
              </a:spcBef>
              <a:spcAft>
                <a:spcPts val="0"/>
              </a:spcAft>
              <a:buSzPts val="1000"/>
              <a:buChar char="●"/>
            </a:pPr>
            <a:r>
              <a:rPr lang="en-GB" dirty="0"/>
              <a:t>On Tuesday and a bit on Wednesday I was sick, so I fell behind with the tasks for the week.</a:t>
            </a:r>
          </a:p>
          <a:p>
            <a:pPr marL="182880" lvl="0" indent="-154940" algn="l" rtl="0">
              <a:spcBef>
                <a:spcPts val="0"/>
              </a:spcBef>
              <a:spcAft>
                <a:spcPts val="0"/>
              </a:spcAft>
              <a:buSzPts val="1000"/>
              <a:buChar char="●"/>
            </a:pPr>
            <a:r>
              <a:rPr lang="en-GB" b="1" dirty="0"/>
              <a:t>What did you learn? </a:t>
            </a:r>
          </a:p>
          <a:p>
            <a:pPr marL="182880" lvl="0" indent="-154940" algn="l" rtl="0">
              <a:spcBef>
                <a:spcPts val="0"/>
              </a:spcBef>
              <a:spcAft>
                <a:spcPts val="0"/>
              </a:spcAft>
              <a:buSzPts val="1000"/>
              <a:buChar char="●"/>
            </a:pPr>
            <a:r>
              <a:rPr lang="en-GB" dirty="0"/>
              <a:t>I learned the theory behind concepts such as boosting, stacking, voting classifiers, and decision trees.</a:t>
            </a:r>
          </a:p>
          <a:p>
            <a:pPr marL="182880" lvl="0" indent="-154940" algn="l" rtl="0">
              <a:spcBef>
                <a:spcPts val="0"/>
              </a:spcBef>
              <a:spcAft>
                <a:spcPts val="0"/>
              </a:spcAft>
              <a:buSzPts val="1000"/>
              <a:buChar char="●"/>
            </a:pPr>
            <a:r>
              <a:rPr lang="en-GB" b="1" dirty="0"/>
              <a:t>What could be added as an Action point looking forward to next week?</a:t>
            </a:r>
          </a:p>
          <a:p>
            <a:pPr marL="182880" lvl="0" indent="-154940" algn="l" rtl="0">
              <a:spcBef>
                <a:spcPts val="0"/>
              </a:spcBef>
              <a:spcAft>
                <a:spcPts val="0"/>
              </a:spcAft>
              <a:buSzPts val="1000"/>
              <a:buChar char="●"/>
            </a:pPr>
            <a:r>
              <a:rPr lang="en-GB" dirty="0"/>
              <a:t>Finish some of the work I didn‘t this week.</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a:t>
            </a:r>
            <a:r>
              <a:rPr lang="de-DE" dirty="0" err="1"/>
              <a:t>Because</a:t>
            </a:r>
            <a:r>
              <a:rPr lang="de-DE" dirty="0"/>
              <a:t> I was sick </a:t>
            </a:r>
            <a:r>
              <a:rPr lang="de-DE" dirty="0" err="1"/>
              <a:t>this</a:t>
            </a:r>
            <a:r>
              <a:rPr lang="de-DE" dirty="0"/>
              <a:t> </a:t>
            </a:r>
            <a:r>
              <a:rPr lang="de-DE" dirty="0" err="1"/>
              <a:t>week</a:t>
            </a:r>
            <a:r>
              <a:rPr lang="de-DE" dirty="0"/>
              <a:t> I </a:t>
            </a:r>
            <a:r>
              <a:rPr lang="de-DE" dirty="0" err="1"/>
              <a:t>fell</a:t>
            </a:r>
            <a:r>
              <a:rPr lang="de-DE" dirty="0"/>
              <a:t> </a:t>
            </a:r>
            <a:r>
              <a:rPr lang="de-DE" dirty="0" err="1"/>
              <a:t>well</a:t>
            </a:r>
            <a:r>
              <a:rPr lang="de-DE" dirty="0"/>
              <a:t> </a:t>
            </a:r>
            <a:r>
              <a:rPr lang="de-DE" dirty="0" err="1"/>
              <a:t>short</a:t>
            </a:r>
            <a:r>
              <a:rPr lang="de-DE" dirty="0"/>
              <a:t> </a:t>
            </a:r>
            <a:r>
              <a:rPr lang="de-DE" dirty="0" err="1"/>
              <a:t>of</a:t>
            </a:r>
            <a:r>
              <a:rPr lang="de-DE" dirty="0"/>
              <a:t> </a:t>
            </a:r>
            <a:r>
              <a:rPr lang="de-DE" dirty="0" err="1"/>
              <a:t>the</a:t>
            </a:r>
            <a:r>
              <a:rPr lang="de-DE" dirty="0"/>
              <a:t> 40 </a:t>
            </a:r>
            <a:r>
              <a:rPr lang="de-DE" dirty="0" err="1"/>
              <a:t>hours</a:t>
            </a:r>
            <a:r>
              <a:rPr lang="de-DE" dirty="0"/>
              <a:t>. </a:t>
            </a:r>
            <a:r>
              <a:rPr lang="de-DE" dirty="0" err="1"/>
              <a:t>Considering</a:t>
            </a:r>
            <a:r>
              <a:rPr lang="de-DE" dirty="0"/>
              <a:t> </a:t>
            </a:r>
            <a:r>
              <a:rPr lang="de-DE" dirty="0" err="1"/>
              <a:t>we</a:t>
            </a:r>
            <a:r>
              <a:rPr lang="de-DE" dirty="0"/>
              <a:t> </a:t>
            </a:r>
            <a:r>
              <a:rPr lang="de-DE" dirty="0" err="1"/>
              <a:t>are</a:t>
            </a:r>
            <a:r>
              <a:rPr lang="de-DE" dirty="0"/>
              <a:t> </a:t>
            </a:r>
            <a:r>
              <a:rPr lang="de-DE" dirty="0" err="1"/>
              <a:t>halfway</a:t>
            </a:r>
            <a:r>
              <a:rPr lang="de-DE" dirty="0"/>
              <a:t> </a:t>
            </a:r>
            <a:r>
              <a:rPr lang="de-DE" dirty="0" err="1"/>
              <a:t>through</a:t>
            </a:r>
            <a:r>
              <a:rPr lang="de-DE" dirty="0"/>
              <a:t> </a:t>
            </a:r>
            <a:r>
              <a:rPr lang="de-DE" dirty="0" err="1"/>
              <a:t>this</a:t>
            </a:r>
            <a:r>
              <a:rPr lang="de-DE" dirty="0"/>
              <a:t> block, I </a:t>
            </a:r>
            <a:r>
              <a:rPr lang="de-DE" dirty="0" err="1"/>
              <a:t>may</a:t>
            </a:r>
            <a:r>
              <a:rPr lang="de-DE" dirty="0"/>
              <a:t> </a:t>
            </a:r>
            <a:r>
              <a:rPr lang="de-DE" dirty="0" err="1"/>
              <a:t>need</a:t>
            </a:r>
            <a:r>
              <a:rPr lang="de-DE" dirty="0"/>
              <a:t> </a:t>
            </a:r>
            <a:r>
              <a:rPr lang="de-DE" dirty="0" err="1"/>
              <a:t>to</a:t>
            </a:r>
            <a:r>
              <a:rPr lang="de-DE" dirty="0"/>
              <a:t> </a:t>
            </a:r>
            <a:r>
              <a:rPr lang="de-DE" dirty="0" err="1"/>
              <a:t>think</a:t>
            </a:r>
            <a:r>
              <a:rPr lang="de-DE" dirty="0"/>
              <a:t> </a:t>
            </a:r>
            <a:r>
              <a:rPr lang="de-DE" dirty="0" err="1"/>
              <a:t>about</a:t>
            </a:r>
            <a:r>
              <a:rPr lang="de-DE" dirty="0"/>
              <a:t> </a:t>
            </a:r>
            <a:r>
              <a:rPr lang="de-DE" dirty="0" err="1"/>
              <a:t>re-adjusting</a:t>
            </a:r>
            <a:r>
              <a:rPr lang="de-DE" dirty="0"/>
              <a:t> </a:t>
            </a:r>
            <a:r>
              <a:rPr lang="de-DE" dirty="0" err="1"/>
              <a:t>my</a:t>
            </a:r>
            <a:r>
              <a:rPr lang="de-DE" dirty="0"/>
              <a:t> </a:t>
            </a:r>
            <a:r>
              <a:rPr lang="de-DE" dirty="0" err="1"/>
              <a:t>first</a:t>
            </a:r>
            <a:r>
              <a:rPr lang="de-DE" dirty="0"/>
              <a:t> </a:t>
            </a:r>
            <a:r>
              <a:rPr lang="de-DE" dirty="0" err="1"/>
              <a:t>goal</a:t>
            </a:r>
            <a:r>
              <a:rPr lang="de-DE" dirty="0"/>
              <a:t>. My </a:t>
            </a:r>
            <a:r>
              <a:rPr lang="de-DE" dirty="0" err="1"/>
              <a:t>second</a:t>
            </a:r>
            <a:r>
              <a:rPr lang="de-DE" dirty="0"/>
              <a:t> </a:t>
            </a:r>
            <a:r>
              <a:rPr lang="de-DE" dirty="0" err="1"/>
              <a:t>goal</a:t>
            </a:r>
            <a:r>
              <a:rPr lang="de-DE" dirty="0"/>
              <a:t> </a:t>
            </a:r>
            <a:r>
              <a:rPr lang="de-DE" dirty="0" err="1"/>
              <a:t>has</a:t>
            </a:r>
            <a:r>
              <a:rPr lang="de-DE" dirty="0"/>
              <a:t> </a:t>
            </a:r>
            <a:r>
              <a:rPr lang="de-DE" dirty="0" err="1"/>
              <a:t>been</a:t>
            </a:r>
            <a:r>
              <a:rPr lang="de-DE" dirty="0"/>
              <a:t> </a:t>
            </a:r>
            <a:r>
              <a:rPr lang="de-DE" dirty="0" err="1"/>
              <a:t>helped</a:t>
            </a:r>
            <a:r>
              <a:rPr lang="de-DE" dirty="0"/>
              <a:t> </a:t>
            </a:r>
            <a:r>
              <a:rPr lang="de-DE" dirty="0" err="1"/>
              <a:t>by</a:t>
            </a:r>
            <a:r>
              <a:rPr lang="de-DE" dirty="0"/>
              <a:t> </a:t>
            </a:r>
            <a:r>
              <a:rPr lang="de-DE" dirty="0" err="1"/>
              <a:t>the</a:t>
            </a:r>
            <a:r>
              <a:rPr lang="de-DE" dirty="0"/>
              <a:t> </a:t>
            </a:r>
            <a:r>
              <a:rPr lang="de-DE" dirty="0" err="1"/>
              <a:t>sickness</a:t>
            </a:r>
            <a:r>
              <a:rPr lang="de-DE" dirty="0"/>
              <a:t> </a:t>
            </a:r>
            <a:r>
              <a:rPr lang="de-DE" dirty="0" err="1"/>
              <a:t>though</a:t>
            </a:r>
            <a:r>
              <a:rPr lang="de-DE" dirty="0"/>
              <a:t> </a:t>
            </a:r>
            <a:r>
              <a:rPr lang="de-DE" dirty="0" err="1"/>
              <a:t>as</a:t>
            </a:r>
            <a:r>
              <a:rPr lang="de-DE" dirty="0"/>
              <a:t> I </a:t>
            </a:r>
            <a:r>
              <a:rPr lang="de-DE" dirty="0" err="1"/>
              <a:t>have</a:t>
            </a:r>
            <a:r>
              <a:rPr lang="de-DE" dirty="0"/>
              <a:t> </a:t>
            </a:r>
            <a:r>
              <a:rPr lang="de-DE" dirty="0" err="1"/>
              <a:t>managed</a:t>
            </a:r>
            <a:r>
              <a:rPr lang="de-DE" dirty="0"/>
              <a:t> </a:t>
            </a:r>
            <a:r>
              <a:rPr lang="de-DE" dirty="0" err="1"/>
              <a:t>to</a:t>
            </a:r>
            <a:r>
              <a:rPr lang="de-DE" dirty="0"/>
              <a:t> </a:t>
            </a:r>
            <a:r>
              <a:rPr lang="de-DE" dirty="0" err="1"/>
              <a:t>somewhat</a:t>
            </a:r>
            <a:r>
              <a:rPr lang="de-DE" dirty="0"/>
              <a:t> </a:t>
            </a:r>
            <a:r>
              <a:rPr lang="de-DE" dirty="0" err="1"/>
              <a:t>keep</a:t>
            </a:r>
            <a:r>
              <a:rPr lang="de-DE" dirty="0"/>
              <a:t> </a:t>
            </a:r>
            <a:r>
              <a:rPr lang="de-DE" dirty="0" err="1"/>
              <a:t>to</a:t>
            </a:r>
            <a:r>
              <a:rPr lang="de-DE" dirty="0"/>
              <a:t> </a:t>
            </a:r>
            <a:r>
              <a:rPr lang="de-DE" dirty="0" err="1"/>
              <a:t>the</a:t>
            </a:r>
            <a:r>
              <a:rPr lang="de-DE" dirty="0"/>
              <a:t> plan I </a:t>
            </a:r>
            <a:r>
              <a:rPr lang="de-DE" dirty="0" err="1"/>
              <a:t>made</a:t>
            </a:r>
            <a:r>
              <a:rPr lang="de-DE" dirty="0"/>
              <a:t> in </a:t>
            </a:r>
            <a:r>
              <a:rPr lang="de-DE" dirty="0" err="1"/>
              <a:t>the</a:t>
            </a:r>
            <a:r>
              <a:rPr lang="de-DE" dirty="0"/>
              <a:t> </a:t>
            </a:r>
            <a:r>
              <a:rPr lang="de-DE" dirty="0" err="1"/>
              <a:t>previous</a:t>
            </a:r>
            <a:r>
              <a:rPr lang="de-DE" dirty="0"/>
              <a:t> </a:t>
            </a:r>
            <a:r>
              <a:rPr lang="de-DE" dirty="0" err="1"/>
              <a:t>weeks</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 name="Picture 8">
            <a:extLst>
              <a:ext uri="{FF2B5EF4-FFF2-40B4-BE49-F238E27FC236}">
                <a16:creationId xmlns:a16="http://schemas.microsoft.com/office/drawing/2014/main" id="{CBA32D6A-5FA5-7B30-0949-636FC4982A7E}"/>
              </a:ext>
            </a:extLst>
          </p:cNvPr>
          <p:cNvPicPr>
            <a:picLocks noChangeAspect="1"/>
          </p:cNvPicPr>
          <p:nvPr/>
        </p:nvPicPr>
        <p:blipFill>
          <a:blip r:embed="rId3"/>
          <a:stretch>
            <a:fillRect/>
          </a:stretch>
        </p:blipFill>
        <p:spPr>
          <a:xfrm>
            <a:off x="374296" y="2866406"/>
            <a:ext cx="1924334" cy="1059510"/>
          </a:xfrm>
          <a:prstGeom prst="rect">
            <a:avLst/>
          </a:prstGeom>
        </p:spPr>
      </p:pic>
      <p:pic>
        <p:nvPicPr>
          <p:cNvPr id="5" name="Picture 2">
            <a:extLst>
              <a:ext uri="{FF2B5EF4-FFF2-40B4-BE49-F238E27FC236}">
                <a16:creationId xmlns:a16="http://schemas.microsoft.com/office/drawing/2014/main" id="{BC1E6E25-C7A1-20B8-2698-3072AB3335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84712" y="2613158"/>
            <a:ext cx="1614511" cy="20890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Mentor </a:t>
            </a:r>
            <a:r>
              <a:rPr lang="en" dirty="0"/>
              <a:t>The WorkLog had some problems, such as not having any evidence, having too little feedback/reflection, and not having filled in the “Task” column. The Learning Log had too few sentences in the “What did you do?” and “Reflection” parts and I should re-write some of them. In terms of programming, I am a bit behind the planning.</a:t>
            </a:r>
            <a:endParaRPr dirty="0"/>
          </a:p>
          <a:p>
            <a:pPr marL="0" lvl="0" indent="0" algn="l" rtl="0">
              <a:spcBef>
                <a:spcPts val="800"/>
              </a:spcBef>
              <a:spcAft>
                <a:spcPts val="800"/>
              </a:spcAft>
              <a:buNone/>
            </a:pPr>
            <a:r>
              <a:rPr lang="en" dirty="0"/>
              <a:t>Most of the feedback is fair. The WorkLog evidence I have not done but I really should do, and at the moment I am planning to do that during the vacation, and the reflections have to be re-written too in the vacation. The “Task” part I only learned t</a:t>
            </a:r>
            <a:r>
              <a:rPr lang="nl-NL" dirty="0"/>
              <a:t>ha</a:t>
            </a:r>
            <a:r>
              <a:rPr lang="en" dirty="0"/>
              <a:t>t day so I did not ha</a:t>
            </a:r>
            <a:r>
              <a:rPr lang="nl-NL" dirty="0" err="1"/>
              <a:t>ve</a:t>
            </a:r>
            <a:r>
              <a:rPr lang="en" dirty="0"/>
              <a:t> the time to do it. The Learning Log feedback is the same as the previous time and I tried to address it, but apparently I did not too a good enough job. I knew that I was a bit behind as I was a bit sick this week.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GB" b="1" dirty="0"/>
              <a:t>What goal(s) did you set for this week?</a:t>
            </a:r>
          </a:p>
          <a:p>
            <a:pPr marL="182880" lvl="0" indent="-154940" algn="l" rtl="0">
              <a:spcBef>
                <a:spcPts val="0"/>
              </a:spcBef>
              <a:spcAft>
                <a:spcPts val="0"/>
              </a:spcAft>
              <a:buSzPts val="1000"/>
              <a:buChar char="●"/>
            </a:pPr>
            <a:r>
              <a:rPr lang="en-GB" dirty="0"/>
              <a:t>My goal this week is to continue working on the tasks for this week and to catch up on the missed tasks from last week.</a:t>
            </a:r>
          </a:p>
          <a:p>
            <a:pPr marL="182880" lvl="0" indent="-154940" algn="l" rtl="0">
              <a:spcBef>
                <a:spcPts val="0"/>
              </a:spcBef>
              <a:spcAft>
                <a:spcPts val="0"/>
              </a:spcAft>
              <a:buSzPts val="1000"/>
              <a:buChar char="●"/>
            </a:pPr>
            <a:r>
              <a:rPr lang="en-GB" b="1" dirty="0"/>
              <a:t>What have you actually been able to do? </a:t>
            </a:r>
          </a:p>
          <a:p>
            <a:pPr marL="182880" lvl="0" indent="-154940" algn="l" rtl="0">
              <a:spcBef>
                <a:spcPts val="0"/>
              </a:spcBef>
              <a:spcAft>
                <a:spcPts val="0"/>
              </a:spcAft>
              <a:buSzPts val="1000"/>
              <a:buChar char="●"/>
            </a:pPr>
            <a:r>
              <a:rPr lang="en-GB" dirty="0"/>
              <a:t>I did the Python exam on Monday and continued working as planned for the rest of the week.</a:t>
            </a:r>
          </a:p>
          <a:p>
            <a:pPr marL="182880" lvl="0" indent="-154940" algn="l" rtl="0">
              <a:spcBef>
                <a:spcPts val="0"/>
              </a:spcBef>
              <a:spcAft>
                <a:spcPts val="0"/>
              </a:spcAft>
              <a:buSzPts val="1000"/>
              <a:buChar char="●"/>
            </a:pPr>
            <a:r>
              <a:rPr lang="en-GB"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GB" b="1" dirty="0"/>
              <a:t>How did the week go? </a:t>
            </a:r>
          </a:p>
          <a:p>
            <a:pPr marL="182880" lvl="0" indent="-154940" algn="l" rtl="0">
              <a:spcBef>
                <a:spcPts val="0"/>
              </a:spcBef>
              <a:spcAft>
                <a:spcPts val="0"/>
              </a:spcAft>
              <a:buSzPts val="1000"/>
              <a:buChar char="●"/>
            </a:pPr>
            <a:r>
              <a:rPr lang="en-GB" dirty="0"/>
              <a:t>The week went well.</a:t>
            </a:r>
          </a:p>
          <a:p>
            <a:pPr marL="182880" lvl="0" indent="-154940" algn="l" rtl="0">
              <a:spcBef>
                <a:spcPts val="0"/>
              </a:spcBef>
              <a:spcAft>
                <a:spcPts val="0"/>
              </a:spcAft>
              <a:buSzPts val="1000"/>
              <a:buChar char="●"/>
            </a:pPr>
            <a:r>
              <a:rPr lang="en-GB" b="1" dirty="0"/>
              <a:t>What went well? </a:t>
            </a:r>
          </a:p>
          <a:p>
            <a:pPr marL="182880" lvl="0" indent="-154940" algn="l" rtl="0">
              <a:spcBef>
                <a:spcPts val="0"/>
              </a:spcBef>
              <a:spcAft>
                <a:spcPts val="0"/>
              </a:spcAft>
              <a:buSzPts val="1000"/>
              <a:buChar char="●"/>
            </a:pPr>
            <a:r>
              <a:rPr lang="en-GB" dirty="0"/>
              <a:t>The python retake on Monday.</a:t>
            </a:r>
          </a:p>
          <a:p>
            <a:pPr marL="182880" lvl="0" indent="-154940" algn="l" rtl="0">
              <a:spcBef>
                <a:spcPts val="0"/>
              </a:spcBef>
              <a:spcAft>
                <a:spcPts val="0"/>
              </a:spcAft>
              <a:buSzPts val="1000"/>
              <a:buChar char="●"/>
            </a:pPr>
            <a:r>
              <a:rPr lang="en-GB" b="1" dirty="0"/>
              <a:t>What didn’t go so well? </a:t>
            </a:r>
          </a:p>
          <a:p>
            <a:pPr marL="182880" lvl="0" indent="-154940" algn="l" rtl="0">
              <a:spcBef>
                <a:spcPts val="0"/>
              </a:spcBef>
              <a:spcAft>
                <a:spcPts val="0"/>
              </a:spcAft>
              <a:buSzPts val="1000"/>
              <a:buChar char="●"/>
            </a:pPr>
            <a:r>
              <a:rPr lang="en-GB" dirty="0"/>
              <a:t>Evidencing in the Work- and Learning Logs.</a:t>
            </a:r>
          </a:p>
          <a:p>
            <a:pPr marL="182880" lvl="0" indent="-154940" algn="l" rtl="0">
              <a:spcBef>
                <a:spcPts val="0"/>
              </a:spcBef>
              <a:spcAft>
                <a:spcPts val="0"/>
              </a:spcAft>
              <a:buSzPts val="1000"/>
              <a:buChar char="●"/>
            </a:pPr>
            <a:r>
              <a:rPr lang="en-GB" b="1" dirty="0"/>
              <a:t>What did you learn? </a:t>
            </a:r>
          </a:p>
          <a:p>
            <a:pPr marL="182880" lvl="0" indent="-154940" algn="l" rtl="0">
              <a:spcBef>
                <a:spcPts val="0"/>
              </a:spcBef>
              <a:spcAft>
                <a:spcPts val="0"/>
              </a:spcAft>
              <a:buSzPts val="1000"/>
              <a:buChar char="●"/>
            </a:pPr>
            <a:r>
              <a:rPr lang="en-GB" dirty="0"/>
              <a:t>I learned more machine learning concepts from the book.</a:t>
            </a:r>
          </a:p>
          <a:p>
            <a:pPr marL="182880" lvl="0" indent="-154940" algn="l" rtl="0">
              <a:spcBef>
                <a:spcPts val="0"/>
              </a:spcBef>
              <a:spcAft>
                <a:spcPts val="0"/>
              </a:spcAft>
              <a:buSzPts val="1000"/>
              <a:buChar char="●"/>
            </a:pPr>
            <a:r>
              <a:rPr lang="en-GB" b="1" dirty="0"/>
              <a:t>What could be added as an Action point looking forward to next week?</a:t>
            </a:r>
          </a:p>
          <a:p>
            <a:pPr marL="182880" lvl="0" indent="-154940" algn="l" rtl="0">
              <a:spcBef>
                <a:spcPts val="0"/>
              </a:spcBef>
              <a:spcAft>
                <a:spcPts val="0"/>
              </a:spcAft>
              <a:buSzPts val="1000"/>
              <a:buChar char="●"/>
            </a:pPr>
            <a:r>
              <a:rPr lang="en-GB" dirty="0"/>
              <a:t>To have me evidence my work in the logs correctly.</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a:t>
            </a:r>
            <a:r>
              <a:rPr lang="de-DE" dirty="0" err="1"/>
              <a:t>While</a:t>
            </a:r>
            <a:r>
              <a:rPr lang="de-DE" dirty="0"/>
              <a:t> I </a:t>
            </a:r>
            <a:r>
              <a:rPr lang="de-DE" dirty="0" err="1"/>
              <a:t>came</a:t>
            </a:r>
            <a:r>
              <a:rPr lang="de-DE" dirty="0"/>
              <a:t> </a:t>
            </a:r>
            <a:r>
              <a:rPr lang="de-DE" dirty="0" err="1"/>
              <a:t>closer</a:t>
            </a:r>
            <a:r>
              <a:rPr lang="de-DE" dirty="0"/>
              <a:t> </a:t>
            </a:r>
            <a:r>
              <a:rPr lang="de-DE" dirty="0" err="1"/>
              <a:t>this</a:t>
            </a:r>
            <a:r>
              <a:rPr lang="de-DE" dirty="0"/>
              <a:t> </a:t>
            </a:r>
            <a:r>
              <a:rPr lang="de-DE" dirty="0" err="1"/>
              <a:t>week</a:t>
            </a:r>
            <a:r>
              <a:rPr lang="de-DE" dirty="0"/>
              <a:t> </a:t>
            </a:r>
            <a:r>
              <a:rPr lang="de-DE" dirty="0" err="1"/>
              <a:t>than</a:t>
            </a:r>
            <a:r>
              <a:rPr lang="de-DE" dirty="0"/>
              <a:t> last </a:t>
            </a:r>
            <a:r>
              <a:rPr lang="de-DE" dirty="0" err="1"/>
              <a:t>week</a:t>
            </a:r>
            <a:r>
              <a:rPr lang="de-DE" dirty="0"/>
              <a:t> </a:t>
            </a:r>
            <a:r>
              <a:rPr lang="de-DE" dirty="0" err="1"/>
              <a:t>to</a:t>
            </a:r>
            <a:r>
              <a:rPr lang="de-DE" dirty="0"/>
              <a:t> </a:t>
            </a:r>
            <a:r>
              <a:rPr lang="de-DE" dirty="0" err="1"/>
              <a:t>the</a:t>
            </a:r>
            <a:r>
              <a:rPr lang="de-DE" dirty="0"/>
              <a:t> 40 </a:t>
            </a:r>
            <a:r>
              <a:rPr lang="de-DE" dirty="0" err="1"/>
              <a:t>hours</a:t>
            </a:r>
            <a:r>
              <a:rPr lang="de-DE" dirty="0"/>
              <a:t>, I still </a:t>
            </a:r>
            <a:r>
              <a:rPr lang="de-DE" dirty="0" err="1"/>
              <a:t>fell</a:t>
            </a:r>
            <a:r>
              <a:rPr lang="de-DE" dirty="0"/>
              <a:t> </a:t>
            </a:r>
            <a:r>
              <a:rPr lang="de-DE" dirty="0" err="1"/>
              <a:t>short</a:t>
            </a:r>
            <a:r>
              <a:rPr lang="de-DE" dirty="0"/>
              <a:t>. </a:t>
            </a:r>
            <a:r>
              <a:rPr lang="de-DE" dirty="0" err="1"/>
              <a:t>During</a:t>
            </a:r>
            <a:r>
              <a:rPr lang="de-DE" dirty="0"/>
              <a:t> </a:t>
            </a:r>
            <a:r>
              <a:rPr lang="de-DE" dirty="0" err="1"/>
              <a:t>the</a:t>
            </a:r>
            <a:r>
              <a:rPr lang="de-DE" dirty="0"/>
              <a:t> </a:t>
            </a:r>
            <a:r>
              <a:rPr lang="de-DE" dirty="0" err="1"/>
              <a:t>vacation</a:t>
            </a:r>
            <a:r>
              <a:rPr lang="de-DE" dirty="0"/>
              <a:t> I </a:t>
            </a:r>
            <a:r>
              <a:rPr lang="de-DE" dirty="0" err="1"/>
              <a:t>may</a:t>
            </a:r>
            <a:r>
              <a:rPr lang="de-DE" dirty="0"/>
              <a:t> </a:t>
            </a:r>
            <a:r>
              <a:rPr lang="de-DE" dirty="0" err="1"/>
              <a:t>consider</a:t>
            </a:r>
            <a:r>
              <a:rPr lang="de-DE" dirty="0"/>
              <a:t> </a:t>
            </a:r>
            <a:r>
              <a:rPr lang="de-DE" dirty="0" err="1"/>
              <a:t>re-adjusting</a:t>
            </a:r>
            <a:r>
              <a:rPr lang="de-DE" dirty="0"/>
              <a:t> </a:t>
            </a:r>
            <a:r>
              <a:rPr lang="de-DE" dirty="0" err="1"/>
              <a:t>my</a:t>
            </a:r>
            <a:r>
              <a:rPr lang="de-DE" dirty="0"/>
              <a:t> </a:t>
            </a:r>
            <a:r>
              <a:rPr lang="de-DE" dirty="0" err="1"/>
              <a:t>first</a:t>
            </a:r>
            <a:r>
              <a:rPr lang="de-DE" dirty="0"/>
              <a:t> </a:t>
            </a:r>
            <a:r>
              <a:rPr lang="de-DE" dirty="0" err="1"/>
              <a:t>goal</a:t>
            </a:r>
            <a:r>
              <a:rPr lang="de-DE" dirty="0"/>
              <a:t>. I </a:t>
            </a:r>
            <a:r>
              <a:rPr lang="de-DE" dirty="0" err="1"/>
              <a:t>have</a:t>
            </a:r>
            <a:r>
              <a:rPr lang="de-DE" dirty="0"/>
              <a:t> </a:t>
            </a:r>
            <a:r>
              <a:rPr lang="de-DE" dirty="0" err="1"/>
              <a:t>kept</a:t>
            </a:r>
            <a:r>
              <a:rPr lang="de-DE" dirty="0"/>
              <a:t> </a:t>
            </a:r>
            <a:r>
              <a:rPr lang="de-DE" dirty="0" err="1"/>
              <a:t>to</a:t>
            </a:r>
            <a:r>
              <a:rPr lang="de-DE" dirty="0"/>
              <a:t> </a:t>
            </a:r>
            <a:r>
              <a:rPr lang="de-DE" dirty="0" err="1"/>
              <a:t>my</a:t>
            </a:r>
            <a:r>
              <a:rPr lang="de-DE" dirty="0"/>
              <a:t> plan in </a:t>
            </a:r>
            <a:r>
              <a:rPr lang="de-DE" dirty="0" err="1"/>
              <a:t>regards</a:t>
            </a:r>
            <a:r>
              <a:rPr lang="de-DE" dirty="0"/>
              <a:t> </a:t>
            </a:r>
            <a:r>
              <a:rPr lang="de-DE" dirty="0" err="1"/>
              <a:t>to</a:t>
            </a:r>
            <a:r>
              <a:rPr lang="de-DE" dirty="0"/>
              <a:t> </a:t>
            </a:r>
            <a:r>
              <a:rPr lang="de-DE" dirty="0" err="1"/>
              <a:t>my</a:t>
            </a:r>
            <a:r>
              <a:rPr lang="de-DE" dirty="0"/>
              <a:t> </a:t>
            </a:r>
            <a:r>
              <a:rPr lang="de-DE" dirty="0" err="1"/>
              <a:t>sleeping</a:t>
            </a:r>
            <a:r>
              <a:rPr lang="de-DE" dirty="0"/>
              <a:t> </a:t>
            </a:r>
            <a:r>
              <a:rPr lang="de-DE" dirty="0" err="1"/>
              <a:t>rhythm</a:t>
            </a:r>
            <a:r>
              <a:rPr lang="de-DE" dirty="0"/>
              <a:t> </a:t>
            </a:r>
            <a:r>
              <a:rPr lang="de-DE" dirty="0" err="1"/>
              <a:t>this</a:t>
            </a:r>
            <a:r>
              <a:rPr lang="de-DE" dirty="0"/>
              <a:t> </a:t>
            </a:r>
            <a:r>
              <a:rPr lang="de-DE" dirty="0" err="1"/>
              <a:t>week</a:t>
            </a:r>
            <a:r>
              <a:rPr lang="de-DE" dirty="0"/>
              <a:t>, but </a:t>
            </a:r>
            <a:r>
              <a:rPr lang="de-DE" dirty="0" err="1"/>
              <a:t>with</a:t>
            </a:r>
            <a:r>
              <a:rPr lang="de-DE" dirty="0"/>
              <a:t> </a:t>
            </a:r>
            <a:r>
              <a:rPr lang="de-DE" dirty="0" err="1"/>
              <a:t>the</a:t>
            </a:r>
            <a:r>
              <a:rPr lang="de-DE" dirty="0"/>
              <a:t> </a:t>
            </a:r>
            <a:r>
              <a:rPr lang="de-DE" dirty="0" err="1"/>
              <a:t>two</a:t>
            </a:r>
            <a:r>
              <a:rPr lang="de-DE" dirty="0"/>
              <a:t> </a:t>
            </a:r>
            <a:r>
              <a:rPr lang="de-DE" dirty="0" err="1"/>
              <a:t>weeks</a:t>
            </a:r>
            <a:r>
              <a:rPr lang="de-DE" dirty="0"/>
              <a:t> </a:t>
            </a:r>
            <a:r>
              <a:rPr lang="de-DE" dirty="0" err="1"/>
              <a:t>of</a:t>
            </a:r>
            <a:r>
              <a:rPr lang="de-DE" dirty="0"/>
              <a:t> </a:t>
            </a:r>
            <a:r>
              <a:rPr lang="de-DE" dirty="0" err="1"/>
              <a:t>vacation</a:t>
            </a:r>
            <a:r>
              <a:rPr lang="de-DE" dirty="0"/>
              <a:t>, </a:t>
            </a:r>
            <a:endParaRPr lang="en" dirty="0"/>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122" name="Picture 2">
            <a:extLst>
              <a:ext uri="{FF2B5EF4-FFF2-40B4-BE49-F238E27FC236}">
                <a16:creationId xmlns:a16="http://schemas.microsoft.com/office/drawing/2014/main" id="{1A79F97C-553F-5195-59F9-BF44C2D7D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5918" y="2577662"/>
            <a:ext cx="1092131" cy="141314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050BFEA5-B8D0-2FFB-0C0D-8AFACC4850AA}"/>
              </a:ext>
            </a:extLst>
          </p:cNvPr>
          <p:cNvPicPr>
            <a:picLocks noChangeAspect="1"/>
          </p:cNvPicPr>
          <p:nvPr/>
        </p:nvPicPr>
        <p:blipFill>
          <a:blip r:embed="rId4"/>
          <a:stretch>
            <a:fillRect/>
          </a:stretch>
        </p:blipFill>
        <p:spPr>
          <a:xfrm>
            <a:off x="1223594" y="4060755"/>
            <a:ext cx="1801504" cy="1013346"/>
          </a:xfrm>
          <a:prstGeom prst="rect">
            <a:avLst/>
          </a:prstGeom>
        </p:spPr>
      </p:pic>
      <p:pic>
        <p:nvPicPr>
          <p:cNvPr id="5126" name="Picture 6">
            <a:extLst>
              <a:ext uri="{FF2B5EF4-FFF2-40B4-BE49-F238E27FC236}">
                <a16:creationId xmlns:a16="http://schemas.microsoft.com/office/drawing/2014/main" id="{29080C3F-72DF-FC1E-E021-3E6A83D8F35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78281" y="2577662"/>
            <a:ext cx="1092131" cy="1413141"/>
          </a:xfrm>
          <a:prstGeom prst="rect">
            <a:avLst/>
          </a:prstGeom>
          <a:noFill/>
          <a:extLst>
            <a:ext uri="{909E8E84-426E-40DD-AFC4-6F175D3DCCD1}">
              <a14:hiddenFill xmlns:a14="http://schemas.microsoft.com/office/drawing/2010/main">
                <a:solidFill>
                  <a:srgbClr val="FFFFFF"/>
                </a:solidFill>
              </a14:hiddenFill>
            </a:ext>
          </a:extLst>
        </p:spPr>
      </p:pic>
      <p:pic>
        <p:nvPicPr>
          <p:cNvPr id="5128" name="Picture 8">
            <a:extLst>
              <a:ext uri="{FF2B5EF4-FFF2-40B4-BE49-F238E27FC236}">
                <a16:creationId xmlns:a16="http://schemas.microsoft.com/office/drawing/2014/main" id="{42898FC9-B426-7831-7F54-CE23F148AB3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720645" y="2577662"/>
            <a:ext cx="998794" cy="14131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de-DE" dirty="0" err="1"/>
              <a:t>Everything</a:t>
            </a:r>
            <a:r>
              <a:rPr lang="de-DE" dirty="0"/>
              <a:t> </a:t>
            </a:r>
            <a:r>
              <a:rPr lang="de-DE" dirty="0" err="1"/>
              <a:t>seems</a:t>
            </a:r>
            <a:r>
              <a:rPr lang="de-DE" dirty="0"/>
              <a:t> </a:t>
            </a:r>
            <a:r>
              <a:rPr lang="de-DE" dirty="0" err="1"/>
              <a:t>to</a:t>
            </a:r>
            <a:r>
              <a:rPr lang="de-DE" dirty="0"/>
              <a:t> </a:t>
            </a:r>
            <a:r>
              <a:rPr lang="de-DE" dirty="0" err="1"/>
              <a:t>be</a:t>
            </a:r>
            <a:r>
              <a:rPr lang="de-DE" dirty="0"/>
              <a:t> </a:t>
            </a:r>
            <a:r>
              <a:rPr lang="de-DE" dirty="0" err="1"/>
              <a:t>going</a:t>
            </a:r>
            <a:r>
              <a:rPr lang="de-DE" dirty="0"/>
              <a:t> </a:t>
            </a:r>
            <a:r>
              <a:rPr lang="de-DE" dirty="0" err="1"/>
              <a:t>well</a:t>
            </a:r>
            <a:r>
              <a:rPr lang="de-DE" dirty="0"/>
              <a:t>, </a:t>
            </a:r>
            <a:r>
              <a:rPr lang="de-DE" dirty="0" err="1"/>
              <a:t>especially</a:t>
            </a:r>
            <a:r>
              <a:rPr lang="de-DE" dirty="0"/>
              <a:t> </a:t>
            </a:r>
            <a:r>
              <a:rPr lang="de-DE" dirty="0" err="1"/>
              <a:t>with</a:t>
            </a:r>
            <a:r>
              <a:rPr lang="de-DE" dirty="0"/>
              <a:t> </a:t>
            </a:r>
            <a:r>
              <a:rPr lang="de-DE" dirty="0" err="1"/>
              <a:t>the</a:t>
            </a:r>
            <a:r>
              <a:rPr lang="de-DE" dirty="0"/>
              <a:t> Python </a:t>
            </a:r>
            <a:r>
              <a:rPr lang="de-DE" dirty="0" err="1"/>
              <a:t>exam</a:t>
            </a:r>
            <a:r>
              <a:rPr lang="de-DE" dirty="0"/>
              <a:t> </a:t>
            </a:r>
            <a:r>
              <a:rPr lang="de-DE" dirty="0" err="1"/>
              <a:t>being</a:t>
            </a:r>
            <a:r>
              <a:rPr lang="de-DE" dirty="0"/>
              <a:t> </a:t>
            </a:r>
            <a:r>
              <a:rPr lang="de-DE" dirty="0" err="1"/>
              <a:t>done</a:t>
            </a:r>
            <a:r>
              <a:rPr lang="de-DE" dirty="0"/>
              <a:t>.</a:t>
            </a:r>
            <a:endParaRPr dirty="0"/>
          </a:p>
          <a:p>
            <a:pPr marL="0" lvl="0" indent="0" algn="l" rtl="0">
              <a:spcBef>
                <a:spcPts val="800"/>
              </a:spcBef>
              <a:spcAft>
                <a:spcPts val="800"/>
              </a:spcAft>
              <a:buNone/>
            </a:pPr>
            <a:r>
              <a:rPr lang="en"/>
              <a:t>There’s no immediate problems to be noticed, so that’s good, but I need to ensure there’s nothing deeper causing problems.</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My </a:t>
            </a:r>
            <a:r>
              <a:rPr lang="de-DE" dirty="0" err="1"/>
              <a:t>goal</a:t>
            </a:r>
            <a:r>
              <a:rPr lang="de-DE" dirty="0"/>
              <a:t> </a:t>
            </a:r>
            <a:r>
              <a:rPr lang="de-DE" dirty="0" err="1"/>
              <a:t>this</a:t>
            </a:r>
            <a:r>
              <a:rPr lang="de-DE" dirty="0"/>
              <a:t> </a:t>
            </a:r>
            <a:r>
              <a:rPr lang="de-DE" dirty="0" err="1"/>
              <a:t>week</a:t>
            </a:r>
            <a:r>
              <a:rPr lang="de-DE" dirty="0"/>
              <a:t> </a:t>
            </a:r>
            <a:r>
              <a:rPr lang="de-DE" dirty="0" err="1"/>
              <a:t>is</a:t>
            </a:r>
            <a:r>
              <a:rPr lang="de-DE" dirty="0"/>
              <a:t> </a:t>
            </a:r>
            <a:r>
              <a:rPr lang="de-DE" dirty="0" err="1"/>
              <a:t>to</a:t>
            </a:r>
            <a:r>
              <a:rPr lang="de-DE" dirty="0"/>
              <a:t> </a:t>
            </a:r>
            <a:r>
              <a:rPr lang="de-DE" dirty="0" err="1"/>
              <a:t>continue</a:t>
            </a:r>
            <a:r>
              <a:rPr lang="de-DE" dirty="0"/>
              <a:t> </a:t>
            </a:r>
            <a:r>
              <a:rPr lang="de-DE" dirty="0" err="1"/>
              <a:t>working</a:t>
            </a:r>
            <a:r>
              <a:rPr lang="de-DE" dirty="0"/>
              <a:t> ans </a:t>
            </a:r>
            <a:r>
              <a:rPr lang="de-DE" dirty="0" err="1"/>
              <a:t>slowly</a:t>
            </a:r>
            <a:r>
              <a:rPr lang="de-DE" dirty="0"/>
              <a:t> </a:t>
            </a:r>
            <a:r>
              <a:rPr lang="de-DE" dirty="0" err="1"/>
              <a:t>prepare</a:t>
            </a:r>
            <a:r>
              <a:rPr lang="de-DE" dirty="0"/>
              <a:t> </a:t>
            </a:r>
            <a:r>
              <a:rPr lang="de-DE" dirty="0" err="1"/>
              <a:t>for</a:t>
            </a:r>
            <a:r>
              <a:rPr lang="de-DE" dirty="0"/>
              <a:t> </a:t>
            </a:r>
            <a:r>
              <a:rPr lang="de-DE" dirty="0" err="1"/>
              <a:t>the</a:t>
            </a:r>
            <a:r>
              <a:rPr lang="de-DE" dirty="0"/>
              <a:t> end </a:t>
            </a:r>
            <a:r>
              <a:rPr lang="de-DE" dirty="0" err="1"/>
              <a:t>of</a:t>
            </a:r>
            <a:r>
              <a:rPr lang="de-DE" dirty="0"/>
              <a:t> </a:t>
            </a:r>
            <a:r>
              <a:rPr lang="de-DE" dirty="0" err="1"/>
              <a:t>the</a:t>
            </a:r>
            <a:r>
              <a:rPr lang="de-DE" dirty="0"/>
              <a:t> block.</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err="1"/>
              <a:t>Unfortunately</a:t>
            </a:r>
            <a:r>
              <a:rPr lang="de-DE" dirty="0"/>
              <a:t> I </a:t>
            </a:r>
            <a:r>
              <a:rPr lang="de-DE" dirty="0" err="1"/>
              <a:t>became</a:t>
            </a:r>
            <a:r>
              <a:rPr lang="de-DE" dirty="0"/>
              <a:t> sick in </a:t>
            </a:r>
            <a:r>
              <a:rPr lang="de-DE" dirty="0" err="1"/>
              <a:t>the</a:t>
            </a:r>
            <a:r>
              <a:rPr lang="de-DE" dirty="0"/>
              <a:t> </a:t>
            </a:r>
            <a:r>
              <a:rPr lang="de-DE" dirty="0" err="1"/>
              <a:t>latter</a:t>
            </a:r>
            <a:r>
              <a:rPr lang="de-DE" dirty="0"/>
              <a:t> half </a:t>
            </a:r>
            <a:r>
              <a:rPr lang="de-DE" dirty="0" err="1"/>
              <a:t>of</a:t>
            </a:r>
            <a:r>
              <a:rPr lang="de-DE" dirty="0"/>
              <a:t> </a:t>
            </a:r>
            <a:r>
              <a:rPr lang="de-DE" dirty="0" err="1"/>
              <a:t>the</a:t>
            </a:r>
            <a:r>
              <a:rPr lang="de-DE" dirty="0"/>
              <a:t> </a:t>
            </a:r>
            <a:r>
              <a:rPr lang="de-DE" dirty="0" err="1"/>
              <a:t>week</a:t>
            </a:r>
            <a:r>
              <a:rPr lang="de-DE" dirty="0"/>
              <a:t> and was not </a:t>
            </a:r>
            <a:r>
              <a:rPr lang="de-DE" dirty="0" err="1"/>
              <a:t>able</a:t>
            </a:r>
            <a:r>
              <a:rPr lang="de-DE" dirty="0"/>
              <a:t> </a:t>
            </a:r>
            <a:r>
              <a:rPr lang="de-DE" dirty="0" err="1"/>
              <a:t>to</a:t>
            </a:r>
            <a:r>
              <a:rPr lang="de-DE" dirty="0"/>
              <a:t> do </a:t>
            </a:r>
            <a:r>
              <a:rPr lang="de-DE" dirty="0" err="1"/>
              <a:t>everything</a:t>
            </a:r>
            <a:r>
              <a:rPr lang="de-DE" dirty="0"/>
              <a:t> I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Not </a:t>
            </a:r>
            <a:r>
              <a:rPr lang="de-DE" dirty="0" err="1"/>
              <a:t>too</a:t>
            </a:r>
            <a:r>
              <a:rPr lang="de-DE" dirty="0"/>
              <a:t> </a:t>
            </a:r>
            <a:r>
              <a:rPr lang="de-DE" dirty="0" err="1"/>
              <a:t>great</a:t>
            </a:r>
            <a:r>
              <a:rPr lang="de-DE" dirty="0"/>
              <a:t> </a:t>
            </a:r>
            <a:r>
              <a:rPr lang="de-DE" dirty="0" err="1"/>
              <a:t>as</a:t>
            </a:r>
            <a:r>
              <a:rPr lang="de-DE" dirty="0"/>
              <a:t> I </a:t>
            </a:r>
            <a:r>
              <a:rPr lang="de-DE" dirty="0" err="1"/>
              <a:t>became</a:t>
            </a:r>
            <a:r>
              <a:rPr lang="de-DE" dirty="0"/>
              <a:t> sick in </a:t>
            </a:r>
            <a:r>
              <a:rPr lang="de-DE" dirty="0" err="1"/>
              <a:t>the</a:t>
            </a:r>
            <a:r>
              <a:rPr lang="de-DE" dirty="0"/>
              <a:t> </a:t>
            </a:r>
            <a:r>
              <a:rPr lang="de-DE" dirty="0" err="1"/>
              <a:t>latter</a:t>
            </a:r>
            <a:r>
              <a:rPr lang="de-DE" dirty="0"/>
              <a:t> </a:t>
            </a:r>
            <a:r>
              <a:rPr lang="de-DE" dirty="0" err="1"/>
              <a:t>part</a:t>
            </a:r>
            <a:r>
              <a:rPr lang="de-DE" dirty="0"/>
              <a:t> </a:t>
            </a:r>
            <a:r>
              <a:rPr lang="de-DE" dirty="0" err="1"/>
              <a:t>of</a:t>
            </a:r>
            <a:r>
              <a:rPr lang="de-DE" dirty="0"/>
              <a:t> </a:t>
            </a:r>
            <a:r>
              <a:rPr lang="de-DE" dirty="0" err="1"/>
              <a:t>the</a:t>
            </a:r>
            <a:r>
              <a:rPr lang="de-DE" dirty="0"/>
              <a:t> </a:t>
            </a:r>
            <a:r>
              <a:rPr lang="de-DE" dirty="0" err="1"/>
              <a:t>week</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a:t>Not </a:t>
            </a:r>
            <a:r>
              <a:rPr lang="de-DE" dirty="0" err="1"/>
              <a:t>much</a:t>
            </a:r>
            <a:r>
              <a:rPr lang="de-DE" dirty="0"/>
              <a:t>, </a:t>
            </a:r>
            <a:r>
              <a:rPr lang="de-DE" dirty="0" err="1"/>
              <a:t>unfortunately</a:t>
            </a:r>
            <a:r>
              <a:rPr lang="de-DE" dirty="0"/>
              <a:t>, </a:t>
            </a:r>
            <a:r>
              <a:rPr lang="de-DE" dirty="0" err="1"/>
              <a:t>as</a:t>
            </a:r>
            <a:r>
              <a:rPr lang="de-DE" dirty="0"/>
              <a:t> I </a:t>
            </a:r>
            <a:r>
              <a:rPr lang="de-DE" dirty="0" err="1"/>
              <a:t>barely</a:t>
            </a:r>
            <a:r>
              <a:rPr lang="de-DE" dirty="0"/>
              <a:t> </a:t>
            </a:r>
            <a:r>
              <a:rPr lang="de-DE" dirty="0" err="1"/>
              <a:t>did</a:t>
            </a:r>
            <a:r>
              <a:rPr lang="de-DE" dirty="0"/>
              <a:t> </a:t>
            </a:r>
            <a:r>
              <a:rPr lang="de-DE" dirty="0" err="1"/>
              <a:t>any</a:t>
            </a:r>
            <a:r>
              <a:rPr lang="de-DE" dirty="0"/>
              <a:t> </a:t>
            </a:r>
            <a:r>
              <a:rPr lang="de-DE" dirty="0" err="1"/>
              <a:t>school</a:t>
            </a:r>
            <a:r>
              <a:rPr lang="de-DE" dirty="0"/>
              <a:t> </a:t>
            </a:r>
            <a:r>
              <a:rPr lang="de-DE" dirty="0" err="1"/>
              <a:t>work</a:t>
            </a:r>
            <a:r>
              <a:rPr lang="de-DE" dirty="0"/>
              <a:t> </a:t>
            </a:r>
            <a:r>
              <a:rPr lang="de-DE" dirty="0" err="1"/>
              <a:t>from</a:t>
            </a:r>
            <a:r>
              <a:rPr lang="de-DE" dirty="0"/>
              <a:t> Wednesday.</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The </a:t>
            </a:r>
            <a:r>
              <a:rPr lang="de-DE" dirty="0" err="1"/>
              <a:t>week</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a:t>Not </a:t>
            </a:r>
            <a:r>
              <a:rPr lang="de-DE" dirty="0" err="1"/>
              <a:t>much</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tasks</a:t>
            </a:r>
            <a:r>
              <a:rPr lang="de-DE" dirty="0"/>
              <a:t> I </a:t>
            </a:r>
            <a:r>
              <a:rPr lang="de-DE" dirty="0" err="1"/>
              <a:t>missed</a:t>
            </a:r>
            <a:r>
              <a:rPr lang="de-DE" dirty="0"/>
              <a:t> </a:t>
            </a:r>
            <a:r>
              <a:rPr lang="de-DE" dirty="0" err="1"/>
              <a:t>this</a:t>
            </a:r>
            <a:r>
              <a:rPr lang="de-DE" dirty="0"/>
              <a:t> </a:t>
            </a:r>
            <a:r>
              <a:rPr lang="de-DE" dirty="0" err="1"/>
              <a:t>week</a:t>
            </a:r>
            <a:r>
              <a:rPr lang="de-DE" dirty="0"/>
              <a:t>.</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err="1"/>
              <a:t>During</a:t>
            </a:r>
            <a:r>
              <a:rPr lang="de-DE" dirty="0"/>
              <a:t> </a:t>
            </a:r>
            <a:r>
              <a:rPr lang="de-DE" dirty="0" err="1"/>
              <a:t>the</a:t>
            </a:r>
            <a:r>
              <a:rPr lang="de-DE" dirty="0"/>
              <a:t> </a:t>
            </a:r>
            <a:r>
              <a:rPr lang="de-DE" dirty="0" err="1"/>
              <a:t>vacation</a:t>
            </a:r>
            <a:r>
              <a:rPr lang="de-DE" dirty="0"/>
              <a:t>, I </a:t>
            </a:r>
            <a:r>
              <a:rPr lang="de-DE" dirty="0" err="1"/>
              <a:t>have</a:t>
            </a:r>
            <a:r>
              <a:rPr lang="de-DE" dirty="0"/>
              <a:t> </a:t>
            </a:r>
            <a:r>
              <a:rPr lang="de-DE" dirty="0" err="1"/>
              <a:t>readjusted</a:t>
            </a:r>
            <a:r>
              <a:rPr lang="de-DE" dirty="0"/>
              <a:t> </a:t>
            </a:r>
            <a:r>
              <a:rPr lang="de-DE" dirty="0" err="1"/>
              <a:t>my</a:t>
            </a:r>
            <a:r>
              <a:rPr lang="de-DE" dirty="0"/>
              <a:t> </a:t>
            </a:r>
            <a:r>
              <a:rPr lang="de-DE" dirty="0" err="1"/>
              <a:t>first</a:t>
            </a:r>
            <a:r>
              <a:rPr lang="de-DE" dirty="0"/>
              <a:t> Smarter </a:t>
            </a:r>
            <a:r>
              <a:rPr lang="de-DE" dirty="0" err="1"/>
              <a:t>goal</a:t>
            </a:r>
            <a:r>
              <a:rPr lang="de-DE" dirty="0"/>
              <a:t> </a:t>
            </a:r>
            <a:r>
              <a:rPr lang="de-DE" dirty="0" err="1"/>
              <a:t>from</a:t>
            </a:r>
            <a:r>
              <a:rPr lang="de-DE" dirty="0"/>
              <a:t> 320 </a:t>
            </a:r>
            <a:r>
              <a:rPr lang="de-DE" dirty="0" err="1"/>
              <a:t>hours</a:t>
            </a:r>
            <a:r>
              <a:rPr lang="de-DE" dirty="0"/>
              <a:t> down </a:t>
            </a:r>
            <a:r>
              <a:rPr lang="de-DE" dirty="0" err="1"/>
              <a:t>to</a:t>
            </a:r>
            <a:r>
              <a:rPr lang="de-DE" dirty="0"/>
              <a:t> 240 </a:t>
            </a:r>
            <a:r>
              <a:rPr lang="de-DE" dirty="0" err="1"/>
              <a:t>hours</a:t>
            </a:r>
            <a:r>
              <a:rPr lang="de-DE" dirty="0"/>
              <a:t>, at 30 </a:t>
            </a:r>
            <a:r>
              <a:rPr lang="de-DE" dirty="0" err="1"/>
              <a:t>hours</a:t>
            </a:r>
            <a:r>
              <a:rPr lang="de-DE" dirty="0"/>
              <a:t> per </a:t>
            </a:r>
            <a:r>
              <a:rPr lang="de-DE" dirty="0" err="1"/>
              <a:t>week</a:t>
            </a:r>
            <a:r>
              <a:rPr lang="de-DE" dirty="0"/>
              <a:t>, and I </a:t>
            </a:r>
            <a:r>
              <a:rPr lang="de-DE" dirty="0" err="1"/>
              <a:t>hope</a:t>
            </a:r>
            <a:r>
              <a:rPr lang="de-DE" dirty="0"/>
              <a:t> </a:t>
            </a:r>
            <a:r>
              <a:rPr lang="de-DE" dirty="0" err="1"/>
              <a:t>to</a:t>
            </a:r>
            <a:r>
              <a:rPr lang="de-DE" dirty="0"/>
              <a:t> not </a:t>
            </a:r>
            <a:r>
              <a:rPr lang="de-DE" dirty="0" err="1"/>
              <a:t>need</a:t>
            </a:r>
            <a:r>
              <a:rPr lang="de-DE" dirty="0"/>
              <a:t> </a:t>
            </a:r>
            <a:r>
              <a:rPr lang="de-DE" dirty="0" err="1"/>
              <a:t>to</a:t>
            </a:r>
            <a:r>
              <a:rPr lang="de-DE" dirty="0"/>
              <a:t> </a:t>
            </a:r>
            <a:r>
              <a:rPr lang="de-DE" dirty="0" err="1"/>
              <a:t>readjust</a:t>
            </a:r>
            <a:r>
              <a:rPr lang="de-DE" dirty="0"/>
              <a:t> </a:t>
            </a:r>
            <a:r>
              <a:rPr lang="de-DE" dirty="0" err="1"/>
              <a:t>it</a:t>
            </a:r>
            <a:r>
              <a:rPr lang="de-DE" dirty="0"/>
              <a:t> </a:t>
            </a:r>
            <a:r>
              <a:rPr lang="de-DE" dirty="0" err="1"/>
              <a:t>again</a:t>
            </a:r>
            <a:r>
              <a:rPr lang="de-DE" dirty="0"/>
              <a:t> after </a:t>
            </a:r>
            <a:r>
              <a:rPr lang="de-DE" dirty="0" err="1"/>
              <a:t>my</a:t>
            </a:r>
            <a:r>
              <a:rPr lang="de-DE" dirty="0"/>
              <a:t> </a:t>
            </a:r>
            <a:r>
              <a:rPr lang="de-DE" dirty="0" err="1"/>
              <a:t>sickness</a:t>
            </a:r>
            <a:r>
              <a:rPr lang="de-DE" dirty="0"/>
              <a:t> </a:t>
            </a:r>
            <a:r>
              <a:rPr lang="de-DE" dirty="0" err="1"/>
              <a:t>this</a:t>
            </a:r>
            <a:r>
              <a:rPr lang="de-DE" dirty="0"/>
              <a:t> </a:t>
            </a:r>
            <a:r>
              <a:rPr lang="de-DE" dirty="0" err="1"/>
              <a:t>week</a:t>
            </a:r>
            <a:r>
              <a:rPr lang="de-DE" dirty="0"/>
              <a:t>. My </a:t>
            </a:r>
            <a:r>
              <a:rPr lang="de-DE" dirty="0" err="1"/>
              <a:t>sleep</a:t>
            </a:r>
            <a:r>
              <a:rPr lang="de-DE" dirty="0"/>
              <a:t> </a:t>
            </a:r>
            <a:r>
              <a:rPr lang="de-DE" dirty="0" err="1"/>
              <a:t>rhythm</a:t>
            </a:r>
            <a:r>
              <a:rPr lang="de-DE" dirty="0"/>
              <a:t> </a:t>
            </a:r>
            <a:r>
              <a:rPr lang="de-DE" dirty="0" err="1"/>
              <a:t>has</a:t>
            </a:r>
            <a:r>
              <a:rPr lang="de-DE" dirty="0"/>
              <a:t> also </a:t>
            </a:r>
            <a:r>
              <a:rPr lang="de-DE" dirty="0" err="1"/>
              <a:t>been</a:t>
            </a:r>
            <a:r>
              <a:rPr lang="de-DE" dirty="0"/>
              <a:t> </a:t>
            </a:r>
            <a:r>
              <a:rPr lang="de-DE" dirty="0" err="1"/>
              <a:t>broken</a:t>
            </a:r>
            <a:r>
              <a:rPr lang="de-DE" dirty="0"/>
              <a:t> </a:t>
            </a:r>
            <a:r>
              <a:rPr lang="de-DE" dirty="0" err="1"/>
              <a:t>up</a:t>
            </a:r>
            <a:r>
              <a:rPr lang="de-DE" dirty="0"/>
              <a:t> </a:t>
            </a:r>
            <a:r>
              <a:rPr lang="de-DE" dirty="0" err="1"/>
              <a:t>by</a:t>
            </a:r>
            <a:r>
              <a:rPr lang="de-DE" dirty="0"/>
              <a:t> </a:t>
            </a:r>
            <a:r>
              <a:rPr lang="de-DE" dirty="0" err="1"/>
              <a:t>the</a:t>
            </a:r>
            <a:r>
              <a:rPr lang="de-DE" dirty="0"/>
              <a:t> </a:t>
            </a:r>
            <a:r>
              <a:rPr lang="de-DE" dirty="0" err="1"/>
              <a:t>vacation</a:t>
            </a:r>
            <a:r>
              <a:rPr lang="de-DE" dirty="0"/>
              <a:t> </a:t>
            </a:r>
            <a:r>
              <a:rPr lang="de-DE" dirty="0" err="1"/>
              <a:t>as</a:t>
            </a:r>
            <a:r>
              <a:rPr lang="de-DE" dirty="0"/>
              <a:t> I </a:t>
            </a:r>
            <a:r>
              <a:rPr lang="de-DE" dirty="0" err="1"/>
              <a:t>went</a:t>
            </a:r>
            <a:r>
              <a:rPr lang="de-DE" dirty="0"/>
              <a:t> </a:t>
            </a:r>
            <a:r>
              <a:rPr lang="de-DE" dirty="0" err="1"/>
              <a:t>to</a:t>
            </a:r>
            <a:r>
              <a:rPr lang="de-DE" dirty="0"/>
              <a:t> a different </a:t>
            </a:r>
            <a:r>
              <a:rPr lang="de-DE" dirty="0" err="1"/>
              <a:t>country</a:t>
            </a:r>
            <a:r>
              <a:rPr lang="de-DE" dirty="0"/>
              <a:t> </a:t>
            </a:r>
            <a:r>
              <a:rPr lang="de-DE" dirty="0" err="1"/>
              <a:t>where</a:t>
            </a:r>
            <a:r>
              <a:rPr lang="de-DE" dirty="0"/>
              <a:t> </a:t>
            </a:r>
            <a:r>
              <a:rPr lang="de-DE" dirty="0" err="1"/>
              <a:t>sunrise</a:t>
            </a:r>
            <a:r>
              <a:rPr lang="de-DE" dirty="0"/>
              <a:t> and </a:t>
            </a:r>
            <a:r>
              <a:rPr lang="de-DE" dirty="0" err="1"/>
              <a:t>sunset</a:t>
            </a:r>
            <a:r>
              <a:rPr lang="de-DE" dirty="0"/>
              <a:t> </a:t>
            </a:r>
            <a:r>
              <a:rPr lang="de-DE" dirty="0" err="1"/>
              <a:t>are</a:t>
            </a:r>
            <a:r>
              <a:rPr lang="de-DE" dirty="0"/>
              <a:t> at different </a:t>
            </a:r>
            <a:r>
              <a:rPr lang="de-DE" dirty="0" err="1"/>
              <a:t>times</a:t>
            </a:r>
            <a:r>
              <a:rPr lang="de-DE" dirty="0"/>
              <a:t>. I </a:t>
            </a:r>
            <a:r>
              <a:rPr lang="de-DE" dirty="0" err="1"/>
              <a:t>have</a:t>
            </a:r>
            <a:r>
              <a:rPr lang="de-DE" dirty="0"/>
              <a:t> </a:t>
            </a:r>
            <a:r>
              <a:rPr lang="de-DE" dirty="0" err="1"/>
              <a:t>to</a:t>
            </a:r>
            <a:r>
              <a:rPr lang="de-DE" dirty="0"/>
              <a:t> </a:t>
            </a:r>
            <a:r>
              <a:rPr lang="de-DE" dirty="0" err="1"/>
              <a:t>re-adjust</a:t>
            </a:r>
            <a:r>
              <a:rPr lang="de-DE" dirty="0"/>
              <a:t> </a:t>
            </a:r>
            <a:r>
              <a:rPr lang="de-DE" dirty="0" err="1"/>
              <a:t>again</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146" name="Picture 2">
            <a:extLst>
              <a:ext uri="{FF2B5EF4-FFF2-40B4-BE49-F238E27FC236}">
                <a16:creationId xmlns:a16="http://schemas.microsoft.com/office/drawing/2014/main" id="{D351CC03-BF26-FBBE-BBC7-E5BE62F1A0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3949" y="2795663"/>
            <a:ext cx="1906660" cy="1099213"/>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a:extLst>
              <a:ext uri="{FF2B5EF4-FFF2-40B4-BE49-F238E27FC236}">
                <a16:creationId xmlns:a16="http://schemas.microsoft.com/office/drawing/2014/main" id="{B68B7D86-0C02-1B2E-04B0-81DE54DE1D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464" y="2795662"/>
            <a:ext cx="1906661" cy="10992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Maks Burchard (self-reflection)</a:t>
            </a:r>
            <a:r>
              <a:rPr lang="en" dirty="0"/>
              <a:t> </a:t>
            </a:r>
            <a:r>
              <a:rPr lang="de-DE" dirty="0" err="1"/>
              <a:t>Unfortunately</a:t>
            </a:r>
            <a:r>
              <a:rPr lang="de-DE" dirty="0"/>
              <a:t>, </a:t>
            </a:r>
            <a:r>
              <a:rPr lang="de-DE" dirty="0" err="1"/>
              <a:t>my</a:t>
            </a:r>
            <a:r>
              <a:rPr lang="de-DE" dirty="0"/>
              <a:t> </a:t>
            </a:r>
            <a:r>
              <a:rPr lang="de-DE" dirty="0" err="1"/>
              <a:t>sickness</a:t>
            </a:r>
            <a:r>
              <a:rPr lang="de-DE" dirty="0"/>
              <a:t> </a:t>
            </a:r>
            <a:r>
              <a:rPr lang="de-DE" dirty="0" err="1"/>
              <a:t>this</a:t>
            </a:r>
            <a:r>
              <a:rPr lang="de-DE" dirty="0"/>
              <a:t> </a:t>
            </a:r>
            <a:r>
              <a:rPr lang="de-DE" dirty="0" err="1"/>
              <a:t>week</a:t>
            </a:r>
            <a:r>
              <a:rPr lang="de-DE" dirty="0"/>
              <a:t> </a:t>
            </a:r>
            <a:r>
              <a:rPr lang="de-DE" dirty="0" err="1"/>
              <a:t>caused</a:t>
            </a:r>
            <a:r>
              <a:rPr lang="de-DE" dirty="0"/>
              <a:t> </a:t>
            </a:r>
            <a:r>
              <a:rPr lang="de-DE" dirty="0" err="1"/>
              <a:t>me</a:t>
            </a:r>
            <a:r>
              <a:rPr lang="de-DE" dirty="0"/>
              <a:t> </a:t>
            </a:r>
            <a:r>
              <a:rPr lang="de-DE" dirty="0" err="1"/>
              <a:t>both</a:t>
            </a:r>
            <a:r>
              <a:rPr lang="de-DE" dirty="0"/>
              <a:t> literal and figurative </a:t>
            </a:r>
            <a:r>
              <a:rPr lang="de-DE" dirty="0" err="1"/>
              <a:t>headaches</a:t>
            </a:r>
            <a:r>
              <a:rPr lang="de-DE" dirty="0"/>
              <a:t>. And </a:t>
            </a:r>
            <a:r>
              <a:rPr lang="de-DE" dirty="0" err="1"/>
              <a:t>while</a:t>
            </a:r>
            <a:r>
              <a:rPr lang="de-DE" dirty="0"/>
              <a:t> </a:t>
            </a:r>
            <a:r>
              <a:rPr lang="de-DE" dirty="0" err="1"/>
              <a:t>this</a:t>
            </a:r>
            <a:r>
              <a:rPr lang="de-DE" dirty="0"/>
              <a:t> </a:t>
            </a:r>
            <a:r>
              <a:rPr lang="de-DE" dirty="0" err="1"/>
              <a:t>has</a:t>
            </a:r>
            <a:r>
              <a:rPr lang="de-DE" dirty="0"/>
              <a:t> hurt </a:t>
            </a:r>
            <a:r>
              <a:rPr lang="de-DE" dirty="0" err="1"/>
              <a:t>my</a:t>
            </a:r>
            <a:r>
              <a:rPr lang="de-DE" dirty="0"/>
              <a:t> </a:t>
            </a:r>
            <a:r>
              <a:rPr lang="de-DE" dirty="0" err="1"/>
              <a:t>first</a:t>
            </a:r>
            <a:r>
              <a:rPr lang="de-DE" dirty="0"/>
              <a:t> SMARTER </a:t>
            </a:r>
            <a:r>
              <a:rPr lang="de-DE" dirty="0" err="1"/>
              <a:t>goals</a:t>
            </a:r>
            <a:r>
              <a:rPr lang="de-DE" dirty="0"/>
              <a:t> </a:t>
            </a:r>
            <a:r>
              <a:rPr lang="de-DE" dirty="0" err="1"/>
              <a:t>as</a:t>
            </a:r>
            <a:r>
              <a:rPr lang="de-DE" dirty="0"/>
              <a:t> I </a:t>
            </a:r>
            <a:r>
              <a:rPr lang="de-DE" dirty="0" err="1"/>
              <a:t>now</a:t>
            </a:r>
            <a:r>
              <a:rPr lang="de-DE" dirty="0"/>
              <a:t> </a:t>
            </a:r>
            <a:r>
              <a:rPr lang="de-DE" dirty="0" err="1"/>
              <a:t>need</a:t>
            </a:r>
            <a:r>
              <a:rPr lang="de-DE" dirty="0"/>
              <a:t> </a:t>
            </a:r>
            <a:r>
              <a:rPr lang="de-DE" dirty="0" err="1"/>
              <a:t>to</a:t>
            </a:r>
            <a:r>
              <a:rPr lang="de-DE" dirty="0"/>
              <a:t> do </a:t>
            </a:r>
            <a:r>
              <a:rPr lang="de-DE" dirty="0" err="1"/>
              <a:t>the</a:t>
            </a:r>
            <a:r>
              <a:rPr lang="de-DE" dirty="0"/>
              <a:t> </a:t>
            </a:r>
            <a:r>
              <a:rPr lang="de-DE" dirty="0" err="1"/>
              <a:t>work</a:t>
            </a:r>
            <a:r>
              <a:rPr lang="de-DE" dirty="0"/>
              <a:t> </a:t>
            </a:r>
            <a:r>
              <a:rPr lang="de-DE" dirty="0" err="1"/>
              <a:t>of</a:t>
            </a:r>
            <a:r>
              <a:rPr lang="de-DE" dirty="0"/>
              <a:t> </a:t>
            </a:r>
            <a:r>
              <a:rPr lang="de-DE" dirty="0" err="1"/>
              <a:t>two</a:t>
            </a:r>
            <a:r>
              <a:rPr lang="de-DE" dirty="0"/>
              <a:t> </a:t>
            </a:r>
            <a:r>
              <a:rPr lang="de-DE" dirty="0" err="1"/>
              <a:t>weeks</a:t>
            </a:r>
            <a:r>
              <a:rPr lang="de-DE" dirty="0"/>
              <a:t> in </a:t>
            </a:r>
            <a:r>
              <a:rPr lang="de-DE" dirty="0" err="1"/>
              <a:t>one</a:t>
            </a:r>
            <a:r>
              <a:rPr lang="de-DE" dirty="0"/>
              <a:t> </a:t>
            </a:r>
            <a:r>
              <a:rPr lang="de-DE" dirty="0" err="1"/>
              <a:t>week</a:t>
            </a:r>
            <a:r>
              <a:rPr lang="de-DE" dirty="0"/>
              <a:t>, </a:t>
            </a:r>
            <a:r>
              <a:rPr lang="de-DE" dirty="0" err="1"/>
              <a:t>it</a:t>
            </a:r>
            <a:r>
              <a:rPr lang="de-DE" dirty="0"/>
              <a:t> </a:t>
            </a:r>
            <a:r>
              <a:rPr lang="de-DE" dirty="0" err="1"/>
              <a:t>has</a:t>
            </a:r>
            <a:r>
              <a:rPr lang="de-DE" dirty="0"/>
              <a:t> </a:t>
            </a:r>
            <a:r>
              <a:rPr lang="de-DE" dirty="0" err="1"/>
              <a:t>helped</a:t>
            </a:r>
            <a:r>
              <a:rPr lang="de-DE" dirty="0"/>
              <a:t> </a:t>
            </a:r>
            <a:r>
              <a:rPr lang="de-DE" dirty="0" err="1"/>
              <a:t>me</a:t>
            </a:r>
            <a:r>
              <a:rPr lang="de-DE" dirty="0"/>
              <a:t> a </a:t>
            </a:r>
            <a:r>
              <a:rPr lang="de-DE" dirty="0" err="1"/>
              <a:t>bit</a:t>
            </a:r>
            <a:r>
              <a:rPr lang="de-DE" dirty="0"/>
              <a:t> </a:t>
            </a:r>
            <a:r>
              <a:rPr lang="de-DE" dirty="0" err="1"/>
              <a:t>with</a:t>
            </a:r>
            <a:r>
              <a:rPr lang="de-DE" dirty="0"/>
              <a:t> </a:t>
            </a:r>
            <a:r>
              <a:rPr lang="de-DE" dirty="0" err="1"/>
              <a:t>the</a:t>
            </a:r>
            <a:r>
              <a:rPr lang="de-DE" dirty="0"/>
              <a:t> </a:t>
            </a:r>
            <a:r>
              <a:rPr lang="de-DE" dirty="0" err="1"/>
              <a:t>second</a:t>
            </a:r>
            <a:r>
              <a:rPr lang="de-DE" dirty="0"/>
              <a:t> </a:t>
            </a:r>
            <a:r>
              <a:rPr lang="de-DE" dirty="0" err="1"/>
              <a:t>goal</a:t>
            </a:r>
            <a:r>
              <a:rPr lang="de-DE" dirty="0"/>
              <a:t> </a:t>
            </a:r>
            <a:r>
              <a:rPr lang="de-DE" dirty="0" err="1"/>
              <a:t>as</a:t>
            </a:r>
            <a:r>
              <a:rPr lang="de-DE" dirty="0"/>
              <a:t> I </a:t>
            </a:r>
            <a:r>
              <a:rPr lang="de-DE" dirty="0" err="1"/>
              <a:t>began</a:t>
            </a:r>
            <a:r>
              <a:rPr lang="de-DE" dirty="0"/>
              <a:t> </a:t>
            </a:r>
            <a:r>
              <a:rPr lang="de-DE" dirty="0" err="1"/>
              <a:t>sleeping</a:t>
            </a:r>
            <a:r>
              <a:rPr lang="de-DE" dirty="0"/>
              <a:t> </a:t>
            </a:r>
            <a:r>
              <a:rPr lang="de-DE" dirty="0" err="1"/>
              <a:t>earlier</a:t>
            </a:r>
            <a:r>
              <a:rPr lang="de-DE" dirty="0"/>
              <a:t>.</a:t>
            </a:r>
            <a:endParaRPr dirty="0"/>
          </a:p>
          <a:p>
            <a:pPr marL="0" lvl="0" indent="0" algn="l" rtl="0">
              <a:spcBef>
                <a:spcPts val="800"/>
              </a:spcBef>
              <a:spcAft>
                <a:spcPts val="800"/>
              </a:spcAft>
              <a:buNone/>
            </a:pPr>
            <a:r>
              <a:rPr lang="en" dirty="0"/>
              <a:t>In week 7 I have to catch up and do more work than I normally do as in week 8 </a:t>
            </a:r>
            <a:r>
              <a:rPr lang="nl-NL" dirty="0"/>
              <a:t>I </a:t>
            </a:r>
            <a:r>
              <a:rPr lang="nl-NL" dirty="0" err="1"/>
              <a:t>will</a:t>
            </a:r>
            <a:r>
              <a:rPr lang="nl-NL" dirty="0"/>
              <a:t> </a:t>
            </a:r>
            <a:r>
              <a:rPr lang="nl-NL" dirty="0" err="1"/>
              <a:t>probably</a:t>
            </a:r>
            <a:r>
              <a:rPr lang="nl-NL" dirty="0"/>
              <a:t> </a:t>
            </a:r>
            <a:r>
              <a:rPr lang="nl-NL" dirty="0" err="1"/>
              <a:t>be</a:t>
            </a:r>
            <a:r>
              <a:rPr lang="nl-NL" dirty="0"/>
              <a:t> busy </a:t>
            </a:r>
            <a:r>
              <a:rPr lang="nl-NL" dirty="0" err="1"/>
              <a:t>working</a:t>
            </a:r>
            <a:r>
              <a:rPr lang="nl-NL" dirty="0"/>
              <a:t> on </a:t>
            </a:r>
            <a:r>
              <a:rPr lang="nl-NL" dirty="0" err="1"/>
              <a:t>finalising</a:t>
            </a:r>
            <a:r>
              <a:rPr lang="nl-NL" dirty="0"/>
              <a:t> </a:t>
            </a:r>
            <a:r>
              <a:rPr lang="nl-NL" dirty="0" err="1"/>
              <a:t>this</a:t>
            </a:r>
            <a:r>
              <a:rPr lang="nl-NL" dirty="0"/>
              <a:t> block.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work</a:t>
            </a:r>
            <a:r>
              <a:rPr lang="de-DE" dirty="0"/>
              <a:t> </a:t>
            </a:r>
            <a:r>
              <a:rPr lang="de-DE" dirty="0" err="1"/>
              <a:t>that</a:t>
            </a:r>
            <a:r>
              <a:rPr lang="de-DE" dirty="0"/>
              <a:t> I </a:t>
            </a:r>
            <a:r>
              <a:rPr lang="de-DE" dirty="0" err="1"/>
              <a:t>did</a:t>
            </a:r>
            <a:r>
              <a:rPr lang="de-DE" dirty="0"/>
              <a:t> not do last </a:t>
            </a:r>
            <a:r>
              <a:rPr lang="de-DE" dirty="0" err="1"/>
              <a:t>week</a:t>
            </a:r>
            <a:r>
              <a:rPr lang="de-DE" dirty="0"/>
              <a:t> due </a:t>
            </a:r>
            <a:r>
              <a:rPr lang="de-DE" dirty="0" err="1"/>
              <a:t>to</a:t>
            </a:r>
            <a:r>
              <a:rPr lang="de-DE" dirty="0"/>
              <a:t> </a:t>
            </a:r>
            <a:r>
              <a:rPr lang="de-DE" dirty="0" err="1"/>
              <a:t>sickness</a:t>
            </a:r>
            <a:r>
              <a:rPr lang="de-DE"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a:t>I </a:t>
            </a:r>
            <a:r>
              <a:rPr lang="de-DE" dirty="0" err="1"/>
              <a:t>have</a:t>
            </a:r>
            <a:r>
              <a:rPr lang="de-DE" dirty="0"/>
              <a:t> </a:t>
            </a:r>
            <a:r>
              <a:rPr lang="de-DE" dirty="0" err="1"/>
              <a:t>caught</a:t>
            </a:r>
            <a:r>
              <a:rPr lang="de-DE" dirty="0"/>
              <a:t> </a:t>
            </a:r>
            <a:r>
              <a:rPr lang="de-DE" dirty="0" err="1"/>
              <a:t>up</a:t>
            </a:r>
            <a:r>
              <a:rPr lang="de-DE" dirty="0"/>
              <a:t> on all </a:t>
            </a:r>
            <a:r>
              <a:rPr lang="de-DE" dirty="0" err="1"/>
              <a:t>tasks</a:t>
            </a:r>
            <a:r>
              <a:rPr lang="de-DE" dirty="0"/>
              <a:t> bar 1 I </a:t>
            </a:r>
            <a:r>
              <a:rPr lang="de-DE" dirty="0" err="1"/>
              <a:t>missed</a:t>
            </a:r>
            <a:r>
              <a:rPr lang="de-DE" dirty="0"/>
              <a:t>, </a:t>
            </a:r>
            <a:r>
              <a:rPr lang="de-DE" dirty="0" err="1"/>
              <a:t>which</a:t>
            </a:r>
            <a:r>
              <a:rPr lang="de-DE" dirty="0"/>
              <a:t> I </a:t>
            </a:r>
            <a:r>
              <a:rPr lang="de-DE" dirty="0" err="1"/>
              <a:t>have</a:t>
            </a:r>
            <a:r>
              <a:rPr lang="de-DE" dirty="0"/>
              <a:t> </a:t>
            </a:r>
            <a:r>
              <a:rPr lang="de-DE" dirty="0" err="1"/>
              <a:t>begun</a:t>
            </a:r>
            <a:r>
              <a:rPr lang="de-DE" dirty="0"/>
              <a:t> </a:t>
            </a:r>
            <a:r>
              <a:rPr lang="de-DE" dirty="0" err="1"/>
              <a:t>working</a:t>
            </a:r>
            <a:r>
              <a:rPr lang="de-DE" dirty="0"/>
              <a:t> on at </a:t>
            </a:r>
            <a:r>
              <a:rPr lang="de-DE" dirty="0" err="1"/>
              <a:t>the</a:t>
            </a:r>
            <a:r>
              <a:rPr lang="de-DE" dirty="0"/>
              <a:t> </a:t>
            </a:r>
            <a:r>
              <a:rPr lang="de-DE" dirty="0" err="1"/>
              <a:t>start</a:t>
            </a:r>
            <a:r>
              <a:rPr lang="de-DE" dirty="0"/>
              <a:t> </a:t>
            </a:r>
            <a:r>
              <a:rPr lang="de-DE" dirty="0" err="1"/>
              <a:t>of</a:t>
            </a:r>
            <a:r>
              <a:rPr lang="de-DE" dirty="0"/>
              <a:t> </a:t>
            </a:r>
            <a:r>
              <a:rPr lang="de-DE" dirty="0" err="1"/>
              <a:t>week</a:t>
            </a:r>
            <a:r>
              <a:rPr lang="de-DE" dirty="0"/>
              <a:t> 8.</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The </a:t>
            </a:r>
            <a:r>
              <a:rPr lang="de-DE" dirty="0" err="1"/>
              <a:t>week</a:t>
            </a:r>
            <a:r>
              <a:rPr lang="de-DE" dirty="0"/>
              <a:t> </a:t>
            </a:r>
            <a:r>
              <a:rPr lang="de-DE" dirty="0" err="1"/>
              <a:t>went</a:t>
            </a:r>
            <a:r>
              <a:rPr lang="de-DE" dirty="0"/>
              <a:t> </a:t>
            </a:r>
            <a:r>
              <a:rPr lang="de-DE" dirty="0" err="1"/>
              <a:t>very</a:t>
            </a:r>
            <a:r>
              <a:rPr lang="de-DE" dirty="0"/>
              <a:t> </a:t>
            </a:r>
            <a:r>
              <a:rPr lang="de-DE" dirty="0" err="1"/>
              <a:t>well</a:t>
            </a:r>
            <a:r>
              <a:rPr lang="de-DE" dirty="0"/>
              <a:t> and was </a:t>
            </a:r>
            <a:r>
              <a:rPr lang="de-DE" dirty="0" err="1"/>
              <a:t>very</a:t>
            </a:r>
            <a:r>
              <a:rPr lang="de-DE" dirty="0"/>
              <a:t> </a:t>
            </a:r>
            <a:r>
              <a:rPr lang="de-DE" dirty="0" err="1"/>
              <a:t>productive</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err="1"/>
              <a:t>Cathing</a:t>
            </a:r>
            <a:r>
              <a:rPr lang="de-DE" dirty="0"/>
              <a:t> </a:t>
            </a:r>
            <a:r>
              <a:rPr lang="de-DE" dirty="0" err="1"/>
              <a:t>up</a:t>
            </a:r>
            <a:r>
              <a:rPr lang="de-DE" dirty="0"/>
              <a:t> on </a:t>
            </a:r>
            <a:r>
              <a:rPr lang="de-DE" dirty="0" err="1"/>
              <a:t>work</a:t>
            </a:r>
            <a:r>
              <a:rPr lang="de-DE" dirty="0"/>
              <a:t> </a:t>
            </a:r>
            <a:r>
              <a:rPr lang="de-DE" dirty="0" err="1"/>
              <a:t>from</a:t>
            </a:r>
            <a:r>
              <a:rPr lang="de-DE" dirty="0"/>
              <a:t> </a:t>
            </a:r>
            <a:r>
              <a:rPr lang="de-DE" dirty="0" err="1"/>
              <a:t>the</a:t>
            </a:r>
            <a:r>
              <a:rPr lang="de-DE" dirty="0"/>
              <a:t> last </a:t>
            </a:r>
            <a:r>
              <a:rPr lang="de-DE" dirty="0" err="1"/>
              <a:t>week</a:t>
            </a:r>
            <a:r>
              <a:rPr lang="de-DE" dirty="0"/>
              <a:t>.</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Nothing </a:t>
            </a:r>
            <a:r>
              <a:rPr lang="de-DE" dirty="0" err="1"/>
              <a:t>much</a:t>
            </a:r>
            <a:r>
              <a:rPr lang="de-DE" dirty="0"/>
              <a:t> </a:t>
            </a:r>
            <a:r>
              <a:rPr lang="de-DE" dirty="0" err="1"/>
              <a:t>went</a:t>
            </a:r>
            <a:r>
              <a:rPr lang="de-DE" dirty="0"/>
              <a:t> </a:t>
            </a:r>
            <a:r>
              <a:rPr lang="de-DE" dirty="0" err="1"/>
              <a:t>wrong</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err="1"/>
              <a:t>How</a:t>
            </a:r>
            <a:r>
              <a:rPr lang="de-DE" dirty="0"/>
              <a:t> </a:t>
            </a:r>
            <a:r>
              <a:rPr lang="de-DE" dirty="0" err="1"/>
              <a:t>to</a:t>
            </a:r>
            <a:r>
              <a:rPr lang="de-DE" dirty="0"/>
              <a:t> </a:t>
            </a:r>
            <a:r>
              <a:rPr lang="de-DE" dirty="0" err="1"/>
              <a:t>keep</a:t>
            </a:r>
            <a:r>
              <a:rPr lang="de-DE" dirty="0"/>
              <a:t> </a:t>
            </a:r>
            <a:r>
              <a:rPr lang="de-DE" dirty="0" err="1"/>
              <a:t>concentration</a:t>
            </a:r>
            <a:r>
              <a:rPr lang="de-DE" dirty="0"/>
              <a:t> and </a:t>
            </a:r>
            <a:r>
              <a:rPr lang="de-DE" dirty="0" err="1"/>
              <a:t>motivation</a:t>
            </a:r>
            <a:r>
              <a:rPr lang="de-DE" dirty="0"/>
              <a:t> </a:t>
            </a:r>
            <a:r>
              <a:rPr lang="de-DE" dirty="0" err="1"/>
              <a:t>for</a:t>
            </a:r>
            <a:r>
              <a:rPr lang="de-DE" dirty="0"/>
              <a:t> a </a:t>
            </a:r>
            <a:r>
              <a:rPr lang="de-DE" dirty="0" err="1"/>
              <a:t>pretty</a:t>
            </a:r>
            <a:r>
              <a:rPr lang="de-DE" dirty="0"/>
              <a:t> </a:t>
            </a:r>
            <a:r>
              <a:rPr lang="de-DE" dirty="0" err="1"/>
              <a:t>long</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I </a:t>
            </a:r>
            <a:r>
              <a:rPr lang="de-DE" dirty="0" err="1"/>
              <a:t>don‘t</a:t>
            </a:r>
            <a:r>
              <a:rPr lang="de-DE" dirty="0"/>
              <a:t> </a:t>
            </a:r>
            <a:r>
              <a:rPr lang="de-DE" dirty="0" err="1"/>
              <a:t>see</a:t>
            </a:r>
            <a:r>
              <a:rPr lang="de-DE" dirty="0"/>
              <a:t> </a:t>
            </a:r>
            <a:r>
              <a:rPr lang="de-DE" dirty="0" err="1"/>
              <a:t>anything</a:t>
            </a:r>
            <a:r>
              <a:rPr lang="de-DE" dirty="0"/>
              <a:t> </a:t>
            </a:r>
            <a:r>
              <a:rPr lang="de-DE" dirty="0" err="1"/>
              <a:t>from</a:t>
            </a:r>
            <a:r>
              <a:rPr lang="de-DE" dirty="0"/>
              <a:t> </a:t>
            </a:r>
            <a:r>
              <a:rPr lang="de-DE" dirty="0" err="1"/>
              <a:t>this</a:t>
            </a:r>
            <a:r>
              <a:rPr lang="de-DE" dirty="0"/>
              <a:t> </a:t>
            </a:r>
            <a:r>
              <a:rPr lang="de-DE" dirty="0" err="1"/>
              <a:t>week</a:t>
            </a:r>
            <a:r>
              <a:rPr lang="de-DE" dirty="0"/>
              <a:t> </a:t>
            </a:r>
            <a:r>
              <a:rPr lang="de-DE" dirty="0" err="1"/>
              <a:t>that</a:t>
            </a:r>
            <a:r>
              <a:rPr lang="de-DE" dirty="0"/>
              <a:t> </a:t>
            </a:r>
            <a:r>
              <a:rPr lang="de-DE" dirty="0" err="1"/>
              <a:t>could</a:t>
            </a:r>
            <a:r>
              <a:rPr lang="de-DE" dirty="0"/>
              <a:t> </a:t>
            </a:r>
            <a:r>
              <a:rPr lang="de-DE" dirty="0" err="1"/>
              <a:t>be</a:t>
            </a:r>
            <a:r>
              <a:rPr lang="de-DE" dirty="0"/>
              <a:t> </a:t>
            </a:r>
            <a:r>
              <a:rPr lang="de-DE" dirty="0" err="1"/>
              <a:t>added</a:t>
            </a:r>
            <a:r>
              <a:rPr lang="de-DE" dirty="0"/>
              <a:t>. I do </a:t>
            </a:r>
            <a:r>
              <a:rPr lang="de-DE" dirty="0" err="1"/>
              <a:t>need</a:t>
            </a:r>
            <a:r>
              <a:rPr lang="de-DE" dirty="0"/>
              <a:t> </a:t>
            </a:r>
            <a:r>
              <a:rPr lang="de-DE" dirty="0" err="1"/>
              <a:t>to</a:t>
            </a:r>
            <a:r>
              <a:rPr lang="de-DE" dirty="0"/>
              <a:t> </a:t>
            </a:r>
            <a:r>
              <a:rPr lang="de-DE" dirty="0" err="1"/>
              <a:t>work</a:t>
            </a:r>
            <a:r>
              <a:rPr lang="de-DE" dirty="0"/>
              <a:t> a </a:t>
            </a:r>
            <a:r>
              <a:rPr lang="de-DE" dirty="0" err="1"/>
              <a:t>lot</a:t>
            </a:r>
            <a:r>
              <a:rPr lang="de-DE" dirty="0"/>
              <a:t> </a:t>
            </a:r>
            <a:r>
              <a:rPr lang="de-DE" dirty="0" err="1"/>
              <a:t>next</a:t>
            </a:r>
            <a:r>
              <a:rPr lang="de-DE" dirty="0"/>
              <a:t> </a:t>
            </a:r>
            <a:r>
              <a:rPr lang="de-DE" dirty="0" err="1"/>
              <a:t>week</a:t>
            </a:r>
            <a:r>
              <a:rPr lang="de-DE" dirty="0"/>
              <a:t> </a:t>
            </a:r>
            <a:r>
              <a:rPr lang="de-DE" dirty="0" err="1"/>
              <a:t>as</a:t>
            </a:r>
            <a:r>
              <a:rPr lang="de-DE" dirty="0"/>
              <a:t> </a:t>
            </a:r>
            <a:r>
              <a:rPr lang="de-DE" dirty="0" err="1"/>
              <a:t>well</a:t>
            </a:r>
            <a:r>
              <a:rPr lang="de-DE" dirty="0"/>
              <a:t> </a:t>
            </a:r>
            <a:r>
              <a:rPr lang="de-DE" dirty="0" err="1"/>
              <a:t>as</a:t>
            </a:r>
            <a:r>
              <a:rPr lang="de-DE" dirty="0"/>
              <a:t> </a:t>
            </a:r>
            <a:r>
              <a:rPr lang="de-DE" dirty="0" err="1"/>
              <a:t>it</a:t>
            </a:r>
            <a:r>
              <a:rPr lang="de-DE" dirty="0"/>
              <a:t> </a:t>
            </a:r>
            <a:r>
              <a:rPr lang="de-DE" dirty="0" err="1"/>
              <a:t>is</a:t>
            </a:r>
            <a:r>
              <a:rPr lang="de-DE" dirty="0"/>
              <a:t> </a:t>
            </a:r>
            <a:r>
              <a:rPr lang="de-DE" dirty="0" err="1"/>
              <a:t>the</a:t>
            </a:r>
            <a:r>
              <a:rPr lang="de-DE" dirty="0"/>
              <a:t> final </a:t>
            </a:r>
            <a:r>
              <a:rPr lang="de-DE" dirty="0" err="1"/>
              <a:t>week</a:t>
            </a:r>
            <a:r>
              <a:rPr lang="de-DE" dirty="0"/>
              <a:t>.</a:t>
            </a:r>
          </a:p>
          <a:p>
            <a:pPr marL="182880" indent="-154940"/>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Due </a:t>
            </a:r>
            <a:r>
              <a:rPr lang="de-DE" dirty="0" err="1"/>
              <a:t>to</a:t>
            </a:r>
            <a:r>
              <a:rPr lang="de-DE" dirty="0"/>
              <a:t> </a:t>
            </a:r>
            <a:r>
              <a:rPr lang="de-DE" dirty="0" err="1"/>
              <a:t>my</a:t>
            </a:r>
            <a:r>
              <a:rPr lang="de-DE" dirty="0"/>
              <a:t> </a:t>
            </a:r>
            <a:r>
              <a:rPr lang="de-DE" dirty="0" err="1"/>
              <a:t>sickness</a:t>
            </a:r>
            <a:r>
              <a:rPr lang="de-DE" dirty="0"/>
              <a:t> last </a:t>
            </a:r>
            <a:r>
              <a:rPr lang="de-DE" dirty="0" err="1"/>
              <a:t>week</a:t>
            </a:r>
            <a:r>
              <a:rPr lang="de-DE" dirty="0"/>
              <a:t> and </a:t>
            </a:r>
            <a:r>
              <a:rPr lang="de-DE" dirty="0" err="1"/>
              <a:t>need</a:t>
            </a:r>
            <a:r>
              <a:rPr lang="de-DE" dirty="0"/>
              <a:t> </a:t>
            </a:r>
            <a:r>
              <a:rPr lang="de-DE" dirty="0" err="1"/>
              <a:t>to</a:t>
            </a:r>
            <a:r>
              <a:rPr lang="de-DE" dirty="0"/>
              <a:t> catch </a:t>
            </a:r>
            <a:r>
              <a:rPr lang="de-DE" dirty="0" err="1"/>
              <a:t>up</a:t>
            </a:r>
            <a:r>
              <a:rPr lang="de-DE" dirty="0"/>
              <a:t> </a:t>
            </a:r>
            <a:r>
              <a:rPr lang="de-DE" dirty="0" err="1"/>
              <a:t>this</a:t>
            </a:r>
            <a:r>
              <a:rPr lang="de-DE" dirty="0"/>
              <a:t> </a:t>
            </a:r>
            <a:r>
              <a:rPr lang="de-DE" dirty="0" err="1"/>
              <a:t>week</a:t>
            </a:r>
            <a:r>
              <a:rPr lang="de-DE" dirty="0"/>
              <a:t>, </a:t>
            </a:r>
            <a:r>
              <a:rPr lang="de-DE" dirty="0" err="1"/>
              <a:t>the</a:t>
            </a:r>
            <a:r>
              <a:rPr lang="de-DE" dirty="0"/>
              <a:t> </a:t>
            </a:r>
            <a:r>
              <a:rPr lang="de-DE" dirty="0" err="1"/>
              <a:t>times</a:t>
            </a:r>
            <a:r>
              <a:rPr lang="de-DE" dirty="0"/>
              <a:t> </a:t>
            </a:r>
            <a:r>
              <a:rPr lang="de-DE" dirty="0" err="1"/>
              <a:t>for</a:t>
            </a:r>
            <a:r>
              <a:rPr lang="de-DE" dirty="0"/>
              <a:t> </a:t>
            </a:r>
            <a:r>
              <a:rPr lang="de-DE" dirty="0" err="1"/>
              <a:t>actual</a:t>
            </a:r>
            <a:r>
              <a:rPr lang="de-DE" dirty="0"/>
              <a:t> </a:t>
            </a:r>
            <a:r>
              <a:rPr lang="de-DE" dirty="0" err="1"/>
              <a:t>work</a:t>
            </a:r>
            <a:r>
              <a:rPr lang="de-DE" dirty="0"/>
              <a:t> </a:t>
            </a:r>
            <a:r>
              <a:rPr lang="de-DE" dirty="0" err="1"/>
              <a:t>this</a:t>
            </a:r>
            <a:r>
              <a:rPr lang="de-DE" dirty="0"/>
              <a:t> </a:t>
            </a:r>
            <a:r>
              <a:rPr lang="de-DE" dirty="0" err="1"/>
              <a:t>week</a:t>
            </a:r>
            <a:r>
              <a:rPr lang="de-DE" dirty="0"/>
              <a:t> </a:t>
            </a:r>
            <a:r>
              <a:rPr lang="de-DE" dirty="0" err="1"/>
              <a:t>have</a:t>
            </a:r>
            <a:r>
              <a:rPr lang="de-DE" dirty="0"/>
              <a:t> </a:t>
            </a:r>
            <a:r>
              <a:rPr lang="de-DE" dirty="0" err="1"/>
              <a:t>taken</a:t>
            </a:r>
            <a:r>
              <a:rPr lang="de-DE" dirty="0"/>
              <a:t> a </a:t>
            </a:r>
            <a:r>
              <a:rPr lang="de-DE" dirty="0" err="1"/>
              <a:t>hit</a:t>
            </a:r>
            <a:r>
              <a:rPr lang="de-DE" dirty="0"/>
              <a:t> </a:t>
            </a:r>
            <a:r>
              <a:rPr lang="de-DE" dirty="0" err="1"/>
              <a:t>while</a:t>
            </a:r>
            <a:r>
              <a:rPr lang="de-DE" dirty="0"/>
              <a:t> </a:t>
            </a:r>
            <a:r>
              <a:rPr lang="de-DE" dirty="0" err="1"/>
              <a:t>the</a:t>
            </a:r>
            <a:r>
              <a:rPr lang="de-DE" dirty="0"/>
              <a:t> </a:t>
            </a:r>
            <a:r>
              <a:rPr lang="de-DE" dirty="0" err="1"/>
              <a:t>actual</a:t>
            </a:r>
            <a:r>
              <a:rPr lang="de-DE" dirty="0"/>
              <a:t> time </a:t>
            </a:r>
            <a:r>
              <a:rPr lang="de-DE" dirty="0" err="1"/>
              <a:t>spent</a:t>
            </a:r>
            <a:r>
              <a:rPr lang="de-DE" dirty="0"/>
              <a:t> </a:t>
            </a:r>
            <a:r>
              <a:rPr lang="de-DE" dirty="0" err="1"/>
              <a:t>working</a:t>
            </a:r>
            <a:r>
              <a:rPr lang="de-DE" dirty="0"/>
              <a:t> </a:t>
            </a:r>
            <a:r>
              <a:rPr lang="de-DE" dirty="0" err="1"/>
              <a:t>has</a:t>
            </a:r>
            <a:r>
              <a:rPr lang="de-DE" dirty="0"/>
              <a:t> </a:t>
            </a:r>
            <a:r>
              <a:rPr lang="de-DE" dirty="0" err="1"/>
              <a:t>been</a:t>
            </a:r>
            <a:r>
              <a:rPr lang="de-DE" dirty="0"/>
              <a:t> </a:t>
            </a:r>
            <a:r>
              <a:rPr lang="de-DE" dirty="0" err="1"/>
              <a:t>the</a:t>
            </a:r>
            <a:r>
              <a:rPr lang="de-DE" dirty="0"/>
              <a:t> </a:t>
            </a:r>
            <a:r>
              <a:rPr lang="de-DE" dirty="0" err="1"/>
              <a:t>highest</a:t>
            </a:r>
            <a:r>
              <a:rPr lang="de-DE" dirty="0"/>
              <a:t> </a:t>
            </a:r>
            <a:r>
              <a:rPr lang="de-DE" dirty="0" err="1"/>
              <a:t>of</a:t>
            </a:r>
            <a:r>
              <a:rPr lang="de-DE" dirty="0"/>
              <a:t> all </a:t>
            </a:r>
            <a:r>
              <a:rPr lang="de-DE" dirty="0" err="1"/>
              <a:t>weeks</a:t>
            </a:r>
            <a:r>
              <a:rPr lang="de-DE" dirty="0"/>
              <a:t>. I </a:t>
            </a:r>
            <a:r>
              <a:rPr lang="de-DE" dirty="0" err="1"/>
              <a:t>have</a:t>
            </a:r>
            <a:r>
              <a:rPr lang="de-DE" dirty="0"/>
              <a:t> </a:t>
            </a:r>
            <a:r>
              <a:rPr lang="de-DE" dirty="0" err="1"/>
              <a:t>readjusted</a:t>
            </a:r>
            <a:r>
              <a:rPr lang="de-DE" dirty="0"/>
              <a:t> </a:t>
            </a:r>
            <a:r>
              <a:rPr lang="de-DE" dirty="0" err="1"/>
              <a:t>to</a:t>
            </a:r>
            <a:r>
              <a:rPr lang="de-DE" dirty="0"/>
              <a:t> </a:t>
            </a:r>
            <a:r>
              <a:rPr lang="de-DE" dirty="0" err="1"/>
              <a:t>the</a:t>
            </a:r>
            <a:r>
              <a:rPr lang="de-DE" dirty="0"/>
              <a:t> </a:t>
            </a:r>
            <a:r>
              <a:rPr lang="de-DE" dirty="0" err="1"/>
              <a:t>sleep</a:t>
            </a:r>
            <a:r>
              <a:rPr lang="de-DE" dirty="0"/>
              <a:t> </a:t>
            </a:r>
            <a:r>
              <a:rPr lang="de-DE" dirty="0" err="1"/>
              <a:t>schedule</a:t>
            </a:r>
            <a:r>
              <a:rPr lang="de-DE" dirty="0"/>
              <a:t> I </a:t>
            </a:r>
            <a:r>
              <a:rPr lang="de-DE" dirty="0" err="1"/>
              <a:t>had</a:t>
            </a:r>
            <a:r>
              <a:rPr lang="de-DE" dirty="0"/>
              <a:t> </a:t>
            </a:r>
            <a:r>
              <a:rPr lang="de-DE" dirty="0" err="1"/>
              <a:t>before</a:t>
            </a:r>
            <a:r>
              <a:rPr lang="de-DE" dirty="0"/>
              <a:t> </a:t>
            </a:r>
            <a:r>
              <a:rPr lang="de-DE" dirty="0" err="1"/>
              <a:t>the</a:t>
            </a:r>
            <a:r>
              <a:rPr lang="de-DE" dirty="0"/>
              <a:t> </a:t>
            </a:r>
            <a:r>
              <a:rPr lang="de-DE" dirty="0" err="1"/>
              <a:t>vacation</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170" name="Picture 2">
            <a:extLst>
              <a:ext uri="{FF2B5EF4-FFF2-40B4-BE49-F238E27FC236}">
                <a16:creationId xmlns:a16="http://schemas.microsoft.com/office/drawing/2014/main" id="{B02FD8A8-B511-5174-C8A5-A5A5C7684B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868" y="2738651"/>
            <a:ext cx="1811968" cy="10446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en" dirty="0"/>
              <a:t>Being behind on a task is not good, but for the rest everything seems fine.</a:t>
            </a:r>
            <a:endParaRPr dirty="0"/>
          </a:p>
          <a:p>
            <a:pPr marL="0" lvl="0" indent="0" algn="l" rtl="0">
              <a:spcBef>
                <a:spcPts val="800"/>
              </a:spcBef>
              <a:spcAft>
                <a:spcPts val="800"/>
              </a:spcAft>
              <a:buNone/>
            </a:pPr>
            <a:r>
              <a:rPr lang="en" dirty="0"/>
              <a:t>I am still behind on some tasks due to my sickness last week, but I understand the concern, especially this close to the final deadline. The fact everything else seems fine is reassuring.</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Do </a:t>
            </a:r>
            <a:r>
              <a:rPr lang="de-DE" dirty="0" err="1"/>
              <a:t>the</a:t>
            </a:r>
            <a:r>
              <a:rPr lang="de-DE" dirty="0"/>
              <a:t> final </a:t>
            </a:r>
            <a:r>
              <a:rPr lang="de-DE" dirty="0" err="1"/>
              <a:t>touches</a:t>
            </a:r>
            <a:r>
              <a:rPr lang="de-DE" dirty="0"/>
              <a:t> </a:t>
            </a:r>
            <a:r>
              <a:rPr lang="de-DE" dirty="0" err="1"/>
              <a:t>to</a:t>
            </a:r>
            <a:r>
              <a:rPr lang="de-DE" dirty="0"/>
              <a:t> </a:t>
            </a:r>
            <a:r>
              <a:rPr lang="de-DE" dirty="0" err="1"/>
              <a:t>my</a:t>
            </a:r>
            <a:r>
              <a:rPr lang="de-DE" dirty="0"/>
              <a:t> </a:t>
            </a:r>
            <a:r>
              <a:rPr lang="de-DE" dirty="0" err="1"/>
              <a:t>work</a:t>
            </a:r>
            <a:r>
              <a:rPr lang="de-DE" dirty="0"/>
              <a:t> </a:t>
            </a:r>
            <a:r>
              <a:rPr lang="de-DE" dirty="0" err="1"/>
              <a:t>this</a:t>
            </a:r>
            <a:r>
              <a:rPr lang="de-DE" dirty="0"/>
              <a:t> block and finish </a:t>
            </a:r>
            <a:r>
              <a:rPr lang="de-DE" dirty="0" err="1"/>
              <a:t>the</a:t>
            </a:r>
            <a:r>
              <a:rPr lang="de-DE" dirty="0"/>
              <a:t> block.</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a:t>I </a:t>
            </a:r>
            <a:r>
              <a:rPr lang="de-DE" dirty="0" err="1"/>
              <a:t>have</a:t>
            </a:r>
            <a:r>
              <a:rPr lang="de-DE" dirty="0"/>
              <a:t> </a:t>
            </a:r>
            <a:r>
              <a:rPr lang="de-DE" dirty="0" err="1"/>
              <a:t>finished</a:t>
            </a:r>
            <a:r>
              <a:rPr lang="de-DE" dirty="0"/>
              <a:t> all </a:t>
            </a:r>
            <a:r>
              <a:rPr lang="de-DE" dirty="0" err="1"/>
              <a:t>the</a:t>
            </a:r>
            <a:r>
              <a:rPr lang="de-DE" dirty="0"/>
              <a:t> </a:t>
            </a:r>
            <a:r>
              <a:rPr lang="de-DE" dirty="0" err="1"/>
              <a:t>documents</a:t>
            </a:r>
            <a:r>
              <a:rPr lang="de-DE" dirty="0"/>
              <a:t> </a:t>
            </a:r>
            <a:r>
              <a:rPr lang="de-DE" dirty="0" err="1"/>
              <a:t>that</a:t>
            </a:r>
            <a:r>
              <a:rPr lang="de-DE" dirty="0"/>
              <a:t> I </a:t>
            </a:r>
            <a:r>
              <a:rPr lang="de-DE" dirty="0" err="1"/>
              <a:t>needed</a:t>
            </a:r>
            <a:r>
              <a:rPr lang="de-DE" dirty="0"/>
              <a:t> </a:t>
            </a:r>
            <a:r>
              <a:rPr lang="de-DE" dirty="0" err="1"/>
              <a:t>to</a:t>
            </a:r>
            <a:r>
              <a:rPr lang="de-DE" dirty="0"/>
              <a:t>, </a:t>
            </a:r>
            <a:r>
              <a:rPr lang="de-DE" dirty="0" err="1"/>
              <a:t>from</a:t>
            </a:r>
            <a:r>
              <a:rPr lang="de-DE" dirty="0"/>
              <a:t> </a:t>
            </a:r>
            <a:r>
              <a:rPr lang="de-DE" dirty="0" err="1"/>
              <a:t>the</a:t>
            </a:r>
            <a:r>
              <a:rPr lang="de-DE" dirty="0"/>
              <a:t> </a:t>
            </a:r>
            <a:r>
              <a:rPr lang="de-DE" dirty="0" err="1"/>
              <a:t>creative</a:t>
            </a:r>
            <a:r>
              <a:rPr lang="de-DE" dirty="0"/>
              <a:t> </a:t>
            </a:r>
            <a:r>
              <a:rPr lang="de-DE" dirty="0" err="1"/>
              <a:t>brief</a:t>
            </a:r>
            <a:r>
              <a:rPr lang="de-DE" dirty="0"/>
              <a:t> &amp; final </a:t>
            </a:r>
            <a:r>
              <a:rPr lang="de-DE" dirty="0" err="1"/>
              <a:t>report</a:t>
            </a:r>
            <a:r>
              <a:rPr lang="de-DE" dirty="0"/>
              <a:t> </a:t>
            </a:r>
            <a:r>
              <a:rPr lang="de-DE" dirty="0" err="1"/>
              <a:t>to</a:t>
            </a:r>
            <a:r>
              <a:rPr lang="de-DE" dirty="0"/>
              <a:t> </a:t>
            </a:r>
            <a:r>
              <a:rPr lang="de-DE" dirty="0" err="1"/>
              <a:t>the</a:t>
            </a:r>
            <a:r>
              <a:rPr lang="de-DE" dirty="0"/>
              <a:t> Work &amp; </a:t>
            </a:r>
            <a:r>
              <a:rPr lang="de-DE" dirty="0" err="1"/>
              <a:t>Leaning</a:t>
            </a:r>
            <a:r>
              <a:rPr lang="de-DE" dirty="0"/>
              <a:t> Logs.</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3"/>
              </a:rPr>
              <a:t>Link </a:t>
            </a:r>
            <a:r>
              <a:rPr lang="de-DE" dirty="0" err="1">
                <a:hlinkClick r:id="rId3"/>
              </a:rPr>
              <a:t>to</a:t>
            </a:r>
            <a:r>
              <a:rPr lang="de-DE" dirty="0">
                <a:hlinkClick r:id="rId3"/>
              </a:rPr>
              <a:t> Creative Brief</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4"/>
              </a:rPr>
              <a:t>Link </a:t>
            </a:r>
            <a:r>
              <a:rPr lang="de-DE" dirty="0" err="1">
                <a:hlinkClick r:id="rId4"/>
              </a:rPr>
              <a:t>to</a:t>
            </a:r>
            <a:r>
              <a:rPr lang="de-DE" dirty="0">
                <a:hlinkClick r:id="rId4"/>
              </a:rPr>
              <a:t> Final Report</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5"/>
              </a:rPr>
              <a:t>Link </a:t>
            </a:r>
            <a:r>
              <a:rPr lang="de-DE" dirty="0" err="1">
                <a:hlinkClick r:id="rId5"/>
              </a:rPr>
              <a:t>to</a:t>
            </a:r>
            <a:r>
              <a:rPr lang="de-DE" dirty="0">
                <a:hlinkClick r:id="rId5"/>
              </a:rPr>
              <a:t> Final </a:t>
            </a:r>
            <a:r>
              <a:rPr lang="de-DE" dirty="0" err="1">
                <a:hlinkClick r:id="rId5"/>
              </a:rPr>
              <a:t>presentation</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6"/>
              </a:rPr>
              <a:t>Link </a:t>
            </a:r>
            <a:r>
              <a:rPr lang="de-DE" dirty="0" err="1">
                <a:hlinkClick r:id="rId6"/>
              </a:rPr>
              <a:t>to</a:t>
            </a:r>
            <a:r>
              <a:rPr lang="de-DE" dirty="0">
                <a:hlinkClick r:id="rId6"/>
              </a:rPr>
              <a:t> Final </a:t>
            </a:r>
            <a:r>
              <a:rPr lang="de-DE" dirty="0" err="1">
                <a:hlinkClick r:id="rId6"/>
              </a:rPr>
              <a:t>WorkLog</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t>Link </a:t>
            </a:r>
            <a:r>
              <a:rPr lang="de-DE" dirty="0" err="1"/>
              <a:t>to</a:t>
            </a:r>
            <a:r>
              <a:rPr lang="de-DE" dirty="0"/>
              <a:t> Final Learning Log</a:t>
            </a:r>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7"/>
              </a:rPr>
              <a:t>Link </a:t>
            </a:r>
            <a:r>
              <a:rPr lang="de-DE" dirty="0" err="1">
                <a:hlinkClick r:id="rId7"/>
              </a:rPr>
              <a:t>to</a:t>
            </a:r>
            <a:r>
              <a:rPr lang="de-DE" dirty="0">
                <a:hlinkClick r:id="rId7"/>
              </a:rPr>
              <a:t> Final </a:t>
            </a:r>
            <a:r>
              <a:rPr lang="de-DE" dirty="0" err="1">
                <a:hlinkClick r:id="rId7"/>
              </a:rPr>
              <a:t>self-assesment</a:t>
            </a:r>
            <a:r>
              <a:rPr lang="de-DE" dirty="0">
                <a:hlinkClick r:id="rId7"/>
              </a:rPr>
              <a:t> </a:t>
            </a:r>
            <a:r>
              <a:rPr lang="de-DE" dirty="0" err="1">
                <a:hlinkClick r:id="rId7"/>
              </a:rPr>
              <a:t>rubric</a:t>
            </a:r>
            <a:endParaRPr lang="de-DE"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The </a:t>
            </a:r>
            <a:r>
              <a:rPr lang="de-DE" dirty="0" err="1"/>
              <a:t>week</a:t>
            </a:r>
            <a:r>
              <a:rPr lang="de-DE" dirty="0"/>
              <a:t> </a:t>
            </a:r>
            <a:r>
              <a:rPr lang="de-DE" dirty="0" err="1"/>
              <a:t>went</a:t>
            </a:r>
            <a:r>
              <a:rPr lang="de-DE" dirty="0"/>
              <a:t> </a:t>
            </a:r>
            <a:r>
              <a:rPr lang="de-DE" dirty="0" err="1"/>
              <a:t>well</a:t>
            </a:r>
            <a:r>
              <a:rPr lang="de-DE" dirty="0"/>
              <a:t> </a:t>
            </a:r>
            <a:r>
              <a:rPr lang="de-DE" dirty="0" err="1"/>
              <a:t>as</a:t>
            </a:r>
            <a:r>
              <a:rPr lang="de-DE" dirty="0"/>
              <a:t> I </a:t>
            </a:r>
            <a:r>
              <a:rPr lang="de-DE" dirty="0" err="1"/>
              <a:t>worked</a:t>
            </a:r>
            <a:r>
              <a:rPr lang="de-DE" dirty="0"/>
              <a:t> </a:t>
            </a:r>
            <a:r>
              <a:rPr lang="de-DE" dirty="0" err="1"/>
              <a:t>quite</a:t>
            </a:r>
            <a:r>
              <a:rPr lang="de-DE" dirty="0"/>
              <a:t> a </a:t>
            </a:r>
            <a:r>
              <a:rPr lang="de-DE" dirty="0" err="1"/>
              <a:t>bit</a:t>
            </a:r>
            <a:r>
              <a:rPr lang="de-DE" dirty="0"/>
              <a:t> </a:t>
            </a:r>
            <a:r>
              <a:rPr lang="de-DE" dirty="0" err="1"/>
              <a:t>to</a:t>
            </a:r>
            <a:r>
              <a:rPr lang="de-DE" dirty="0"/>
              <a:t> finish all </a:t>
            </a:r>
            <a:r>
              <a:rPr lang="de-DE" dirty="0" err="1"/>
              <a:t>the</a:t>
            </a:r>
            <a:r>
              <a:rPr lang="de-DE" dirty="0"/>
              <a:t> </a:t>
            </a:r>
            <a:r>
              <a:rPr lang="de-DE" dirty="0" err="1"/>
              <a:t>required</a:t>
            </a:r>
            <a:r>
              <a:rPr lang="de-DE" dirty="0"/>
              <a:t> </a:t>
            </a:r>
            <a:r>
              <a:rPr lang="de-DE" dirty="0" err="1"/>
              <a:t>documents</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err="1"/>
              <a:t>Finishing</a:t>
            </a:r>
            <a:r>
              <a:rPr lang="de-DE" dirty="0"/>
              <a:t> all </a:t>
            </a:r>
            <a:r>
              <a:rPr lang="de-DE" dirty="0" err="1"/>
              <a:t>the</a:t>
            </a:r>
            <a:r>
              <a:rPr lang="de-DE" dirty="0"/>
              <a:t> </a:t>
            </a:r>
            <a:r>
              <a:rPr lang="de-DE" dirty="0" err="1"/>
              <a:t>documents</a:t>
            </a:r>
            <a:r>
              <a:rPr lang="de-DE" dirty="0"/>
              <a:t>.</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Keeping track </a:t>
            </a:r>
            <a:r>
              <a:rPr lang="de-DE" dirty="0" err="1"/>
              <a:t>of</a:t>
            </a:r>
            <a:r>
              <a:rPr lang="de-DE" dirty="0"/>
              <a:t> </a:t>
            </a:r>
            <a:r>
              <a:rPr lang="de-DE" dirty="0" err="1"/>
              <a:t>the</a:t>
            </a:r>
            <a:r>
              <a:rPr lang="de-DE" dirty="0"/>
              <a:t> time </a:t>
            </a:r>
            <a:r>
              <a:rPr lang="de-DE" dirty="0" err="1"/>
              <a:t>during</a:t>
            </a:r>
            <a:r>
              <a:rPr lang="de-DE" dirty="0"/>
              <a:t> </a:t>
            </a:r>
            <a:r>
              <a:rPr lang="de-DE" dirty="0" err="1"/>
              <a:t>the</a:t>
            </a:r>
            <a:r>
              <a:rPr lang="de-DE" dirty="0"/>
              <a:t> </a:t>
            </a:r>
            <a:r>
              <a:rPr lang="de-DE" dirty="0" err="1"/>
              <a:t>tasks</a:t>
            </a:r>
            <a:r>
              <a:rPr lang="de-DE" dirty="0"/>
              <a:t> and </a:t>
            </a:r>
            <a:r>
              <a:rPr lang="de-DE" dirty="0" err="1"/>
              <a:t>leaving</a:t>
            </a:r>
            <a:r>
              <a:rPr lang="de-DE" dirty="0"/>
              <a:t> </a:t>
            </a:r>
            <a:r>
              <a:rPr lang="de-DE" dirty="0" err="1"/>
              <a:t>redoing</a:t>
            </a:r>
            <a:r>
              <a:rPr lang="de-DE" dirty="0"/>
              <a:t> </a:t>
            </a:r>
            <a:r>
              <a:rPr lang="de-DE" dirty="0" err="1"/>
              <a:t>the</a:t>
            </a:r>
            <a:r>
              <a:rPr lang="de-DE" dirty="0"/>
              <a:t> SQL </a:t>
            </a:r>
            <a:r>
              <a:rPr lang="de-DE" dirty="0" err="1"/>
              <a:t>part</a:t>
            </a:r>
            <a:r>
              <a:rPr lang="de-DE" dirty="0"/>
              <a:t> </a:t>
            </a:r>
            <a:r>
              <a:rPr lang="de-DE" dirty="0" err="1"/>
              <a:t>to</a:t>
            </a:r>
            <a:r>
              <a:rPr lang="de-DE" dirty="0"/>
              <a:t> </a:t>
            </a:r>
            <a:r>
              <a:rPr lang="de-DE" dirty="0" err="1"/>
              <a:t>almost</a:t>
            </a:r>
            <a:r>
              <a:rPr lang="de-DE" dirty="0"/>
              <a:t> </a:t>
            </a:r>
            <a:r>
              <a:rPr lang="de-DE" dirty="0" err="1"/>
              <a:t>the</a:t>
            </a:r>
            <a:r>
              <a:rPr lang="de-DE" dirty="0"/>
              <a:t> final </a:t>
            </a:r>
            <a:r>
              <a:rPr lang="de-DE" dirty="0" err="1"/>
              <a:t>day</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err="1"/>
              <a:t>How</a:t>
            </a:r>
            <a:r>
              <a:rPr lang="de-DE" dirty="0"/>
              <a:t> </a:t>
            </a:r>
            <a:r>
              <a:rPr lang="de-DE" dirty="0" err="1"/>
              <a:t>to</a:t>
            </a:r>
            <a:r>
              <a:rPr lang="de-DE" dirty="0"/>
              <a:t> </a:t>
            </a:r>
            <a:r>
              <a:rPr lang="de-DE" dirty="0" err="1"/>
              <a:t>work</a:t>
            </a:r>
            <a:r>
              <a:rPr lang="de-DE" dirty="0"/>
              <a:t> </a:t>
            </a:r>
            <a:r>
              <a:rPr lang="de-DE" dirty="0" err="1"/>
              <a:t>under</a:t>
            </a:r>
            <a:r>
              <a:rPr lang="de-DE" dirty="0"/>
              <a:t> </a:t>
            </a:r>
            <a:r>
              <a:rPr lang="de-DE" dirty="0" err="1"/>
              <a:t>pressure</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Don’t procrastinate under a deadline.</a:t>
            </a:r>
          </a:p>
          <a:p>
            <a:pPr marL="182880" indent="-154940"/>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As </a:t>
            </a:r>
            <a:r>
              <a:rPr lang="de-DE" dirty="0" err="1"/>
              <a:t>of</a:t>
            </a:r>
            <a:r>
              <a:rPr lang="de-DE" dirty="0"/>
              <a:t> </a:t>
            </a:r>
            <a:r>
              <a:rPr lang="de-DE" dirty="0" err="1"/>
              <a:t>me</a:t>
            </a:r>
            <a:r>
              <a:rPr lang="de-DE" dirty="0"/>
              <a:t> </a:t>
            </a:r>
            <a:r>
              <a:rPr lang="de-DE" dirty="0" err="1"/>
              <a:t>writing</a:t>
            </a:r>
            <a:r>
              <a:rPr lang="de-DE" dirty="0"/>
              <a:t> </a:t>
            </a:r>
            <a:r>
              <a:rPr lang="de-DE" dirty="0" err="1"/>
              <a:t>this</a:t>
            </a:r>
            <a:r>
              <a:rPr lang="de-DE" dirty="0"/>
              <a:t>, I </a:t>
            </a:r>
            <a:r>
              <a:rPr lang="de-DE" dirty="0" err="1"/>
              <a:t>have</a:t>
            </a:r>
            <a:r>
              <a:rPr lang="de-DE" dirty="0"/>
              <a:t> </a:t>
            </a:r>
            <a:r>
              <a:rPr lang="de-DE" dirty="0" err="1"/>
              <a:t>achieved</a:t>
            </a:r>
            <a:r>
              <a:rPr lang="de-DE" dirty="0"/>
              <a:t> </a:t>
            </a:r>
            <a:r>
              <a:rPr lang="de-DE" dirty="0" err="1"/>
              <a:t>my</a:t>
            </a:r>
            <a:r>
              <a:rPr lang="de-DE" dirty="0"/>
              <a:t> </a:t>
            </a:r>
            <a:r>
              <a:rPr lang="de-DE" dirty="0" err="1"/>
              <a:t>first</a:t>
            </a:r>
            <a:r>
              <a:rPr lang="de-DE" dirty="0"/>
              <a:t> </a:t>
            </a:r>
            <a:r>
              <a:rPr lang="de-DE" dirty="0" err="1"/>
              <a:t>readjusted</a:t>
            </a:r>
            <a:r>
              <a:rPr lang="de-DE" dirty="0"/>
              <a:t> </a:t>
            </a:r>
            <a:r>
              <a:rPr lang="de-DE" dirty="0" err="1"/>
              <a:t>goal</a:t>
            </a:r>
            <a:r>
              <a:rPr lang="de-DE" dirty="0"/>
              <a:t> </a:t>
            </a:r>
            <a:r>
              <a:rPr lang="de-DE" dirty="0" err="1"/>
              <a:t>of</a:t>
            </a:r>
            <a:r>
              <a:rPr lang="de-DE" dirty="0"/>
              <a:t> 240 </a:t>
            </a:r>
            <a:r>
              <a:rPr lang="de-DE" dirty="0" err="1"/>
              <a:t>hours</a:t>
            </a:r>
            <a:r>
              <a:rPr lang="de-DE" dirty="0"/>
              <a:t> total </a:t>
            </a:r>
            <a:r>
              <a:rPr lang="de-DE" dirty="0" err="1"/>
              <a:t>work</a:t>
            </a:r>
            <a:r>
              <a:rPr lang="de-DE" dirty="0"/>
              <a:t>. </a:t>
            </a:r>
            <a:r>
              <a:rPr lang="de-DE" dirty="0" err="1"/>
              <a:t>That</a:t>
            </a:r>
            <a:r>
              <a:rPr lang="de-DE" dirty="0"/>
              <a:t> </a:t>
            </a:r>
            <a:r>
              <a:rPr lang="de-DE" dirty="0" err="1"/>
              <a:t>is</a:t>
            </a:r>
            <a:r>
              <a:rPr lang="de-DE" dirty="0"/>
              <a:t> a </a:t>
            </a:r>
            <a:r>
              <a:rPr lang="de-DE" dirty="0" err="1"/>
              <a:t>success</a:t>
            </a:r>
            <a:r>
              <a:rPr lang="de-DE" dirty="0"/>
              <a:t>. A </a:t>
            </a:r>
            <a:r>
              <a:rPr lang="de-DE" dirty="0" err="1"/>
              <a:t>for</a:t>
            </a:r>
            <a:r>
              <a:rPr lang="de-DE" dirty="0"/>
              <a:t> </a:t>
            </a:r>
            <a:r>
              <a:rPr lang="de-DE" dirty="0" err="1"/>
              <a:t>the</a:t>
            </a:r>
            <a:r>
              <a:rPr lang="de-DE" dirty="0"/>
              <a:t> </a:t>
            </a:r>
            <a:r>
              <a:rPr lang="de-DE" dirty="0" err="1"/>
              <a:t>second</a:t>
            </a:r>
            <a:r>
              <a:rPr lang="de-DE" dirty="0"/>
              <a:t> </a:t>
            </a:r>
            <a:r>
              <a:rPr lang="de-DE" dirty="0" err="1"/>
              <a:t>goal</a:t>
            </a:r>
            <a:r>
              <a:rPr lang="de-DE" dirty="0"/>
              <a:t>, I </a:t>
            </a:r>
            <a:r>
              <a:rPr lang="de-DE" dirty="0" err="1"/>
              <a:t>have</a:t>
            </a:r>
            <a:r>
              <a:rPr lang="de-DE" dirty="0"/>
              <a:t> </a:t>
            </a:r>
            <a:r>
              <a:rPr lang="de-DE" dirty="0" err="1"/>
              <a:t>shortened</a:t>
            </a:r>
            <a:r>
              <a:rPr lang="de-DE" dirty="0"/>
              <a:t> </a:t>
            </a:r>
            <a:r>
              <a:rPr lang="de-DE" dirty="0" err="1"/>
              <a:t>my</a:t>
            </a:r>
            <a:r>
              <a:rPr lang="de-DE" dirty="0"/>
              <a:t> </a:t>
            </a:r>
            <a:r>
              <a:rPr lang="de-DE" dirty="0" err="1"/>
              <a:t>sleeping</a:t>
            </a:r>
            <a:r>
              <a:rPr lang="de-DE" dirty="0"/>
              <a:t> </a:t>
            </a:r>
            <a:r>
              <a:rPr lang="de-DE" dirty="0" err="1"/>
              <a:t>schedule</a:t>
            </a:r>
            <a:r>
              <a:rPr lang="de-DE" dirty="0"/>
              <a:t> </a:t>
            </a:r>
            <a:r>
              <a:rPr lang="de-DE" dirty="0" err="1"/>
              <a:t>to</a:t>
            </a:r>
            <a:r>
              <a:rPr lang="de-DE" dirty="0"/>
              <a:t> </a:t>
            </a:r>
            <a:r>
              <a:rPr lang="de-DE" dirty="0" err="1"/>
              <a:t>try</a:t>
            </a:r>
            <a:r>
              <a:rPr lang="de-DE" dirty="0"/>
              <a:t> and </a:t>
            </a:r>
            <a:r>
              <a:rPr lang="de-DE" dirty="0" err="1"/>
              <a:t>get</a:t>
            </a:r>
            <a:r>
              <a:rPr lang="de-DE" dirty="0"/>
              <a:t> </a:t>
            </a:r>
            <a:r>
              <a:rPr lang="de-DE" dirty="0" err="1"/>
              <a:t>as</a:t>
            </a:r>
            <a:r>
              <a:rPr lang="de-DE" dirty="0"/>
              <a:t> </a:t>
            </a:r>
            <a:r>
              <a:rPr lang="de-DE" dirty="0" err="1"/>
              <a:t>much</a:t>
            </a:r>
            <a:r>
              <a:rPr lang="de-DE" dirty="0"/>
              <a:t> </a:t>
            </a:r>
            <a:r>
              <a:rPr lang="de-DE" dirty="0" err="1"/>
              <a:t>work</a:t>
            </a:r>
            <a:r>
              <a:rPr lang="de-DE" dirty="0"/>
              <a:t> </a:t>
            </a:r>
            <a:r>
              <a:rPr lang="de-DE" dirty="0" err="1"/>
              <a:t>done</a:t>
            </a:r>
            <a:r>
              <a:rPr lang="de-DE" dirty="0"/>
              <a:t> </a:t>
            </a:r>
            <a:r>
              <a:rPr lang="de-DE" dirty="0" err="1"/>
              <a:t>before</a:t>
            </a:r>
            <a:r>
              <a:rPr lang="de-DE" dirty="0"/>
              <a:t> </a:t>
            </a:r>
            <a:r>
              <a:rPr lang="de-DE" dirty="0" err="1"/>
              <a:t>the</a:t>
            </a:r>
            <a:r>
              <a:rPr lang="de-DE" dirty="0"/>
              <a:t> </a:t>
            </a:r>
            <a:r>
              <a:rPr lang="de-DE" dirty="0" err="1"/>
              <a:t>deadline</a:t>
            </a:r>
            <a:r>
              <a:rPr lang="de-DE" dirty="0"/>
              <a:t>. Overall, I </a:t>
            </a:r>
            <a:r>
              <a:rPr lang="de-DE" dirty="0" err="1"/>
              <a:t>would</a:t>
            </a:r>
            <a:r>
              <a:rPr lang="de-DE" dirty="0"/>
              <a:t> also </a:t>
            </a:r>
            <a:r>
              <a:rPr lang="de-DE" dirty="0" err="1"/>
              <a:t>say</a:t>
            </a:r>
            <a:r>
              <a:rPr lang="de-DE" dirty="0"/>
              <a:t> </a:t>
            </a:r>
            <a:r>
              <a:rPr lang="de-DE" dirty="0" err="1"/>
              <a:t>it</a:t>
            </a:r>
            <a:r>
              <a:rPr lang="de-DE" dirty="0"/>
              <a:t> </a:t>
            </a:r>
            <a:r>
              <a:rPr lang="de-DE" dirty="0" err="1"/>
              <a:t>is</a:t>
            </a:r>
            <a:r>
              <a:rPr lang="de-DE" dirty="0"/>
              <a:t> a </a:t>
            </a:r>
            <a:r>
              <a:rPr lang="de-DE" dirty="0" err="1"/>
              <a:t>success</a:t>
            </a:r>
            <a:r>
              <a:rPr lang="de-DE" dirty="0"/>
              <a:t> </a:t>
            </a:r>
            <a:r>
              <a:rPr lang="de-DE" dirty="0" err="1"/>
              <a:t>as</a:t>
            </a:r>
            <a:r>
              <a:rPr lang="de-DE" dirty="0"/>
              <a:t> I </a:t>
            </a:r>
            <a:r>
              <a:rPr lang="de-DE" dirty="0" err="1"/>
              <a:t>managed</a:t>
            </a:r>
            <a:r>
              <a:rPr lang="de-DE" dirty="0"/>
              <a:t> </a:t>
            </a:r>
            <a:r>
              <a:rPr lang="de-DE" dirty="0" err="1"/>
              <a:t>to</a:t>
            </a:r>
            <a:r>
              <a:rPr lang="de-DE" dirty="0"/>
              <a:t> </a:t>
            </a:r>
            <a:r>
              <a:rPr lang="de-DE" dirty="0" err="1"/>
              <a:t>say</a:t>
            </a:r>
            <a:r>
              <a:rPr lang="de-DE" dirty="0"/>
              <a:t> on </a:t>
            </a:r>
            <a:r>
              <a:rPr lang="de-DE" dirty="0" err="1"/>
              <a:t>the</a:t>
            </a:r>
            <a:r>
              <a:rPr lang="de-DE" dirty="0"/>
              <a:t> </a:t>
            </a:r>
            <a:r>
              <a:rPr lang="de-DE" dirty="0" err="1"/>
              <a:t>sleeping</a:t>
            </a:r>
            <a:r>
              <a:rPr lang="de-DE" dirty="0"/>
              <a:t> </a:t>
            </a:r>
            <a:r>
              <a:rPr lang="de-DE" dirty="0" err="1"/>
              <a:t>schedule</a:t>
            </a:r>
            <a:r>
              <a:rPr lang="de-DE" dirty="0"/>
              <a:t> </a:t>
            </a:r>
            <a:r>
              <a:rPr lang="de-DE" dirty="0" err="1"/>
              <a:t>for</a:t>
            </a:r>
            <a:r>
              <a:rPr lang="de-DE" dirty="0"/>
              <a:t> </a:t>
            </a:r>
            <a:r>
              <a:rPr lang="de-DE" dirty="0" err="1"/>
              <a:t>quite</a:t>
            </a:r>
            <a:r>
              <a:rPr lang="de-DE" dirty="0"/>
              <a:t> a </a:t>
            </a:r>
            <a:r>
              <a:rPr lang="de-DE" dirty="0" err="1"/>
              <a:t>while</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de-DE" dirty="0" err="1"/>
              <a:t>Presentation</a:t>
            </a:r>
            <a:r>
              <a:rPr lang="de-DE" dirty="0"/>
              <a:t> was </a:t>
            </a:r>
            <a:r>
              <a:rPr lang="de-DE" dirty="0" err="1"/>
              <a:t>minimalistic</a:t>
            </a:r>
            <a:r>
              <a:rPr lang="de-DE" dirty="0"/>
              <a:t> and </a:t>
            </a:r>
            <a:r>
              <a:rPr lang="de-DE" dirty="0" err="1"/>
              <a:t>could</a:t>
            </a:r>
            <a:r>
              <a:rPr lang="de-DE" dirty="0"/>
              <a:t> </a:t>
            </a:r>
            <a:r>
              <a:rPr lang="de-DE" dirty="0" err="1"/>
              <a:t>use</a:t>
            </a:r>
            <a:r>
              <a:rPr lang="de-DE" dirty="0"/>
              <a:t> </a:t>
            </a:r>
            <a:r>
              <a:rPr lang="de-DE" dirty="0" err="1"/>
              <a:t>some</a:t>
            </a:r>
            <a:r>
              <a:rPr lang="de-DE" dirty="0"/>
              <a:t> </a:t>
            </a:r>
            <a:r>
              <a:rPr lang="de-DE" dirty="0" err="1"/>
              <a:t>more</a:t>
            </a:r>
            <a:r>
              <a:rPr lang="de-DE" dirty="0"/>
              <a:t> style.</a:t>
            </a:r>
            <a:endParaRPr dirty="0"/>
          </a:p>
          <a:p>
            <a:pPr marL="0" lvl="0" indent="0" algn="l" rtl="0">
              <a:spcBef>
                <a:spcPts val="800"/>
              </a:spcBef>
              <a:spcAft>
                <a:spcPts val="800"/>
              </a:spcAft>
              <a:buNone/>
            </a:pPr>
            <a:r>
              <a:rPr lang="en" dirty="0"/>
              <a:t>Fair enough, I did not really put much effort into the visualisation of my final presentations, which could be an action point for the next time I present.</a:t>
            </a:r>
          </a:p>
          <a:p>
            <a:pPr marL="0" lvl="0" indent="0" algn="l" rtl="0">
              <a:spcBef>
                <a:spcPts val="800"/>
              </a:spcBef>
              <a:spcAft>
                <a:spcPts val="800"/>
              </a:spcAft>
              <a:buNone/>
            </a:pPr>
            <a:endParaRPr lang="en" dirty="0"/>
          </a:p>
          <a:p>
            <a:pPr marL="0" lvl="0" indent="0" algn="l" rtl="0">
              <a:spcBef>
                <a:spcPts val="800"/>
              </a:spcBef>
              <a:spcAft>
                <a:spcPts val="800"/>
              </a:spcAft>
              <a:buNone/>
            </a:pP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2921192737"/>
              </p:ext>
            </p:extLst>
          </p:nvPr>
        </p:nvGraphicFramePr>
        <p:xfrm>
          <a:off x="0" y="1069800"/>
          <a:ext cx="9139639" cy="5904017"/>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dirty="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dirty="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dirty="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dirty="0" err="1">
                          <a:solidFill>
                            <a:srgbClr val="000000"/>
                          </a:solidFill>
                          <a:effectLst/>
                          <a:highlight>
                            <a:srgbClr val="FEF2CD"/>
                          </a:highlight>
                          <a:latin typeface="Calibri"/>
                        </a:rPr>
                        <a:t>DataLab</a:t>
                      </a:r>
                      <a:r>
                        <a:rPr lang="en-US" sz="1000" b="0" i="0" u="none" strike="noStrike" noProof="0" dirty="0">
                          <a:solidFill>
                            <a:srgbClr val="000000"/>
                          </a:solidFill>
                          <a:effectLst/>
                          <a:highlight>
                            <a:srgbClr val="FEF2CD"/>
                          </a:highlight>
                          <a:latin typeface="Calibri"/>
                        </a:rPr>
                        <a:t>.</a:t>
                      </a:r>
                      <a:endParaRPr lang="en-US" sz="1000" noProof="0" dirty="0">
                        <a:latin typeface="Calibri"/>
                      </a:endParaRPr>
                    </a:p>
                    <a:p>
                      <a:pPr lvl="0" algn="l">
                        <a:buNone/>
                      </a:pPr>
                      <a:endParaRPr lang="en-US" sz="1000" b="0" i="0" u="none" strike="noStrike" dirty="0">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dirty="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dirty="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dirty="0">
                        <a:latin typeface="Calibri"/>
                      </a:endParaRPr>
                    </a:p>
                    <a:p>
                      <a:pPr lvl="0" algn="l">
                        <a:buNone/>
                      </a:pPr>
                      <a:endParaRPr lang="en-US" sz="1000" b="0" i="0" u="none" strike="noStrike" dirty="0">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dirty="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dirty="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dirty="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Numpy.</a:t>
                      </a:r>
                      <a:endParaRPr lang="en-US" sz="1000" dirty="0">
                        <a:latin typeface="Calibri"/>
                      </a:endParaRPr>
                    </a:p>
                    <a:p>
                      <a:pPr lvl="0" algn="l">
                        <a:buNone/>
                      </a:pPr>
                      <a:endParaRPr lang="en-US" sz="1000" b="0" i="0" u="none" strike="noStrike" dirty="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chemeClr val="tx1">
                              <a:lumMod val="75000"/>
                            </a:schemeClr>
                          </a:solidFill>
                          <a:effectLst/>
                          <a:highlight>
                            <a:srgbClr val="FEF2CD"/>
                          </a:highlight>
                          <a:latin typeface="Calibri" panose="020F0502020204030204" pitchFamily="34" charset="0"/>
                          <a:hlinkClick r:id="rId3"/>
                        </a:rPr>
                        <a:t>Link to Python notebook Assignment 1 - Optimization Algorithms</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4"/>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Gradient Descent Algorithm for House Price Prediction</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my understanding of the working directory, file types and file structures in my creative brief.</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Specifically, I have shown my understanding of working directory by directly loading the files from the same folder. </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My understanding of file types and structures is shown in tasks 1 and 2 of the creative brief, as I do the EDA and process the data without any problems.</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Additional clarification of the creative brief can be found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my ability to perform data cleansing activities in the creative brief.</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Specifically, in task 1B and 2 in the creative brief, I show my ability to clean data.</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 1B.2, I use Numpy to load the data.</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Additionally, in the Python notebooks “Linear Regression from Scratch” and “Logistic Regression from Scratch”, I use Numpy to achieve both tasks. </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Additional clarification of the creative brief can be found in the final report.</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4"/>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Logistic Regression from Scratch</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my ability to design reports and visuals in the creative brief.</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Specifically, in task 2.1.3, I have created a host of visualizations, which I have justified in the final report.</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also have used visualizations later in the creative brief, such as in tasks 3.2.5 and 3.3.3, which I have also justified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my ability to establish connections with a database in task 1A of the creative brief, where I used SQL to perform operations to a database.</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basic ETL operations in task 1, 2, and 3.1.2 as I extracted, transformed and loaded the dataset within those tasks.</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Additional clarification of the creative brief can be found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 I have used SQL in task 1A of the creative brief.</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I have used said SQL to fulfill the requirements of the creative brief in task 1A.</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Additional clarification of the creative brief can be found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2955188894"/>
              </p:ext>
            </p:extLst>
          </p:nvPr>
        </p:nvGraphicFramePr>
        <p:xfrm>
          <a:off x="0" y="1069800"/>
          <a:ext cx="9144001" cy="4362249"/>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dirty="0">
                          <a:solidFill>
                            <a:srgbClr val="000000"/>
                          </a:solidFill>
                          <a:effectLst/>
                          <a:highlight>
                            <a:srgbClr val="D0D0D0"/>
                          </a:highlight>
                          <a:latin typeface="Calibri"/>
                        </a:rPr>
                        <a:t>A (Points: 2)</a:t>
                      </a:r>
                      <a:endParaRPr lang="en-US" sz="1000" dirty="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dirty="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dirty="0">
                        <a:latin typeface="Calibri"/>
                      </a:endParaRPr>
                    </a:p>
                    <a:p>
                      <a:pPr lvl="0" algn="l">
                        <a:buNone/>
                      </a:pPr>
                      <a:endParaRPr lang="en-US" sz="1000" b="0" i="0" u="none" strike="noStrike" dirty="0">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outlined all of my tasks, both completed and incomplete, in the worklog.</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given commentary where necessary, such as incomplete tasks and tasks that took a significant amount of time longer or shorter to complete</a:t>
                      </a:r>
                      <a:endParaRPr lang="en-US" sz="800" b="0" i="0" u="none" strike="noStrike" noProof="0" dirty="0">
                        <a:solidFill>
                          <a:srgbClr val="000000"/>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written professional and critical reflections in section B of this learning log. I have also identified key lessons in the same section. I have tracked the time in the worklog.</a:t>
                      </a:r>
                      <a:endParaRPr lang="en-US" sz="800" b="0" i="0" u="none" strike="noStrike" noProof="0" dirty="0">
                        <a:solidFill>
                          <a:srgbClr val="000000"/>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filled out my worklog for each and every week.</a:t>
                      </a:r>
                      <a:endParaRPr lang="en-US" sz="800" b="0" i="0" u="none" strike="noStrike" noProof="0" dirty="0">
                        <a:solidFill>
                          <a:srgbClr val="000000"/>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included references to as many resources as I could in the worklog for the listed task.</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This includes both important and unimportant tasks. I have done this to make sure I did not miss any references to important tasks, as I have trouble placing myself in the mind of others and seeing what they may find important.</a:t>
                      </a:r>
                      <a:endParaRPr lang="en-US" sz="800" b="0" i="0" u="none" strike="noStrike" noProof="0" dirty="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believe my writing style is professional. I have checked for spelling and grammar mistakes in the worklog.</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believe I am able to comprehend what was completed, as shown by my creative brief and final report, and to comprehend why individual and project feedback was given, as shown by my responses to the feedback I received in section B of this learning log.</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481661311"/>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dirty="0">
                          <a:solidFill>
                            <a:srgbClr val="000000"/>
                          </a:solidFill>
                          <a:effectLst/>
                          <a:latin typeface="Calibri"/>
                        </a:rPr>
                        <a:t>Goals written with a </a:t>
                      </a:r>
                      <a:r>
                        <a:rPr lang="en-US" sz="1000" b="1" i="0" u="none" strike="noStrike" noProof="0" dirty="0">
                          <a:solidFill>
                            <a:srgbClr val="000000"/>
                          </a:solidFill>
                          <a:effectLst/>
                          <a:latin typeface="Calibri"/>
                        </a:rPr>
                        <a:t>SMARTER</a:t>
                      </a:r>
                      <a:r>
                        <a:rPr lang="en-US" sz="1000" b="0" i="0" u="none" strike="noStrike" noProof="0" dirty="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dirty="0">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lvl="0" algn="ctr">
                        <a:buNone/>
                      </a:pPr>
                      <a:r>
                        <a:rPr lang="en-US" sz="800" b="1" i="0" u="none" strike="noStrike" noProof="0" dirty="0">
                          <a:solidFill>
                            <a:srgbClr val="000000"/>
                          </a:solidFill>
                          <a:effectLst/>
                          <a:highlight>
                            <a:srgbClr val="FEF2CD"/>
                          </a:highlight>
                          <a:latin typeface="Calibri"/>
                        </a:rPr>
                        <a:t>I have written goals with a SMARTER method. I have made specific, measurable, achievable, relevant, and time-bound goals.</a:t>
                      </a:r>
                    </a:p>
                    <a:p>
                      <a:pPr lvl="0" algn="ctr">
                        <a:buNone/>
                      </a:pPr>
                      <a:endParaRPr lang="en-US" sz="800" b="1" i="0" u="none" strike="noStrike" noProof="0" dirty="0">
                        <a:solidFill>
                          <a:srgbClr val="000000"/>
                        </a:solidFill>
                        <a:effectLst/>
                        <a:highlight>
                          <a:srgbClr val="FEF2CD"/>
                        </a:highlight>
                        <a:latin typeface="Calibri"/>
                      </a:endParaRPr>
                    </a:p>
                    <a:p>
                      <a:pPr lvl="0" algn="ctr">
                        <a:buNone/>
                      </a:pPr>
                      <a:r>
                        <a:rPr lang="en-US" sz="800" b="1" i="0" u="none" strike="noStrike" noProof="0" dirty="0">
                          <a:solidFill>
                            <a:srgbClr val="000000"/>
                          </a:solidFill>
                          <a:effectLst/>
                          <a:highlight>
                            <a:srgbClr val="FEF2CD"/>
                          </a:highlight>
                          <a:latin typeface="Calibri"/>
                        </a:rPr>
                        <a:t>I have evaluated and readjusted the goals throughout the block, as noted in section B of this learning log.</a:t>
                      </a:r>
                      <a:endParaRPr lang="en-US" sz="800" dirty="0">
                        <a:solidFill>
                          <a:srgbClr val="000000"/>
                        </a:solidFill>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I have aligned one goal, goal 1, with project and professional development objectives and the other goal, goal 2, with personal development objectives.</a:t>
                      </a:r>
                    </a:p>
                    <a:p>
                      <a:pPr lvl="0" algn="ctr">
                        <a:buNone/>
                      </a:pPr>
                      <a:endParaRPr lang="en-US" sz="800" b="1" i="0" u="none" strike="noStrike" noProof="0" dirty="0">
                        <a:solidFill>
                          <a:srgbClr val="000000"/>
                        </a:solidFill>
                        <a:effectLst/>
                        <a:highlight>
                          <a:srgbClr val="FEF2CD"/>
                        </a:highlight>
                        <a:latin typeface="Calibri"/>
                      </a:endParaRPr>
                    </a:p>
                    <a:p>
                      <a:pPr lvl="0" algn="ctr">
                        <a:buNone/>
                      </a:pPr>
                      <a:r>
                        <a:rPr lang="en-US" sz="800" b="1" i="0" u="none" strike="noStrike" noProof="0" dirty="0">
                          <a:solidFill>
                            <a:srgbClr val="000000"/>
                          </a:solidFill>
                          <a:effectLst/>
                          <a:highlight>
                            <a:srgbClr val="FEF2CD"/>
                          </a:highlight>
                          <a:latin typeface="Calibri"/>
                        </a:rPr>
                        <a:t>I have evaluated and readjusted the goals throughout the block, as noted in section B of this learning log.</a:t>
                      </a:r>
                      <a:endParaRPr lang="en-US" sz="800" dirty="0">
                        <a:solidFill>
                          <a:srgbClr val="000000"/>
                        </a:solidFill>
                        <a:highlight>
                          <a:srgbClr val="FEF2CD"/>
                        </a:highlight>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1632262299"/>
              </p:ext>
            </p:extLst>
          </p:nvPr>
        </p:nvGraphicFramePr>
        <p:xfrm>
          <a:off x="0" y="1069800"/>
          <a:ext cx="9143993" cy="4842933"/>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chemeClr val="tx1">
                              <a:lumMod val="75000"/>
                            </a:schemeClr>
                          </a:solidFill>
                          <a:effectLst/>
                          <a:highlight>
                            <a:srgbClr val="FEF2CD"/>
                          </a:highlight>
                          <a:latin typeface="Calibri" panose="020F0502020204030204" pitchFamily="34" charset="0"/>
                          <a:hlinkClick r:id="rId3"/>
                        </a:rPr>
                        <a:t>Link to Python notebook Assignment 1 - Optimization Algorithms</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4"/>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Gradient Descent Algorithm for House Price Prediction</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shown my ability to clean, pre-process and visualize data using Python libraries in the creative brief. </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Specifically in tasks 2 and 3.1.2, I have shown both that I am able to clean the data by dealing with missing values and removing duplicate rows.</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tasks 2 and 3.1.2, I have shown that I am able to pre-process data by encoding, scaling and splitting the data.</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 2.1.3, I have created a host of visualizations, which I have justified in the final report.</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also have used visualizations later in the creative brief, such as in tasks 3.2.5 and 3.3.3, which I have also justified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 2.2.1, I called up the metadata of the dataset and then </a:t>
                      </a:r>
                      <a:r>
                        <a:rPr lang="en-US" sz="800" b="1" i="0" u="none" strike="noStrike" noProof="0" dirty="0" err="1">
                          <a:solidFill>
                            <a:srgbClr val="000000"/>
                          </a:solidFill>
                          <a:effectLst/>
                          <a:highlight>
                            <a:srgbClr val="FEF2CD"/>
                          </a:highlight>
                          <a:latin typeface="Calibri"/>
                        </a:rPr>
                        <a:t>analysed</a:t>
                      </a:r>
                      <a:r>
                        <a:rPr lang="en-US" sz="800" b="1" i="0" u="none" strike="noStrike" noProof="0" dirty="0">
                          <a:solidFill>
                            <a:srgbClr val="000000"/>
                          </a:solidFill>
                          <a:effectLst/>
                          <a:highlight>
                            <a:srgbClr val="FEF2CD"/>
                          </a:highlight>
                          <a:latin typeface="Calibri"/>
                        </a:rPr>
                        <a:t> it in the final report.</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tasks 1A.2 and 2.2.2 I identified missing data, which I dealt with in task 3.1.2.</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2759534412"/>
              </p:ext>
            </p:extLst>
          </p:nvPr>
        </p:nvGraphicFramePr>
        <p:xfrm>
          <a:off x="0" y="1069800"/>
          <a:ext cx="9144001" cy="462606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believe I posses a sufficient amount of knowledge about ML algorithms, as shown by my ability to create and use them in the creative brief and to clarify certain parts of them in the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and implement regression concepts, as shown by my creative brief, Python notebooks,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Specifically, task 3.1 covers regression.</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Linear Regression from Scratch</a:t>
                      </a:r>
                      <a:endParaRPr lang="en-US" sz="800" b="1" i="0" u="none" strike="noStrike" dirty="0">
                        <a:solidFill>
                          <a:srgbClr val="000000"/>
                        </a:solidFill>
                        <a:effectLst/>
                        <a:highlight>
                          <a:srgbClr val="FEF2CD"/>
                        </a:highlight>
                        <a:latin typeface="Calibri" panose="020F0502020204030204" pitchFamily="34" charset="0"/>
                      </a:endParaRP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and implement classification concepts, as shown by my creative brief, Python notebooks,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Specifically, task 3.2 covers classification.</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and implement classification concepts, as shown by my creative brief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Specifically, task 3.3 covers clustering.</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and implement feature engineering and hyperparameter tuning, as shown by my creative brief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Specifically, task 3.4 and 3.5 cover feature engineering and hyperparameter tuning.</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t>
                      </a:r>
                      <a:r>
                        <a:rPr lang="en-US" sz="800" b="1" i="0" u="none" strike="noStrike" dirty="0" err="1">
                          <a:solidFill>
                            <a:srgbClr val="000000"/>
                          </a:solidFill>
                          <a:effectLst/>
                          <a:highlight>
                            <a:srgbClr val="FEF2CD"/>
                          </a:highlight>
                          <a:latin typeface="Calibri" panose="020F0502020204030204" pitchFamily="34" charset="0"/>
                        </a:rPr>
                        <a:t>analyse</a:t>
                      </a:r>
                      <a:r>
                        <a:rPr lang="en-US" sz="800" b="1" i="0" u="none" strike="noStrike" dirty="0">
                          <a:solidFill>
                            <a:srgbClr val="000000"/>
                          </a:solidFill>
                          <a:effectLst/>
                          <a:highlight>
                            <a:srgbClr val="FEF2CD"/>
                          </a:highlight>
                          <a:latin typeface="Calibri" panose="020F0502020204030204" pitchFamily="34" charset="0"/>
                        </a:rPr>
                        <a:t>, and interpret the results as required by this ILO as shown by my creative brief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Specifically, task 3.6 covers feature engineering and hyperparameter tuning.</a:t>
                      </a: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In the final report, additional analysis and interpretation is shown in part 4.</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543337760"/>
              </p:ext>
            </p:extLst>
          </p:nvPr>
        </p:nvGraphicFramePr>
        <p:xfrm>
          <a:off x="0" y="1069800"/>
          <a:ext cx="9144001" cy="533082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lvl="0" algn="ctr">
                        <a:buNone/>
                      </a:pPr>
                      <a:r>
                        <a:rPr lang="en-US" sz="800" b="1" i="0" u="none" strike="noStrike" noProof="0" dirty="0">
                          <a:solidFill>
                            <a:srgbClr val="000000"/>
                          </a:solidFill>
                          <a:effectLst/>
                          <a:highlight>
                            <a:srgbClr val="FEF2CD"/>
                          </a:highlight>
                          <a:latin typeface="Calibri"/>
                        </a:rPr>
                        <a:t>I have demonstrated all the required skills for this ILO in two Python notebooks, “</a:t>
                      </a:r>
                      <a:r>
                        <a:rPr lang="en-US" sz="800" b="1" i="0" u="none" strike="noStrike" noProof="0" dirty="0" err="1">
                          <a:solidFill>
                            <a:srgbClr val="000000"/>
                          </a:solidFill>
                          <a:effectLst/>
                          <a:highlight>
                            <a:srgbClr val="FEF2CD"/>
                          </a:highlight>
                          <a:latin typeface="Calibri"/>
                        </a:rPr>
                        <a:t>AlgebraicExample</a:t>
                      </a:r>
                      <a:r>
                        <a:rPr lang="en-US" sz="800" b="1" i="0" u="none" strike="noStrike" noProof="0" dirty="0">
                          <a:solidFill>
                            <a:srgbClr val="000000"/>
                          </a:solidFill>
                          <a:effectLst/>
                          <a:highlight>
                            <a:srgbClr val="FEF2CD"/>
                          </a:highlight>
                          <a:latin typeface="Calibri"/>
                        </a:rPr>
                        <a:t>” and “</a:t>
                      </a:r>
                      <a:r>
                        <a:rPr lang="en-US" sz="800" b="1" i="0" u="none" strike="noStrike" noProof="0" dirty="0" err="1">
                          <a:solidFill>
                            <a:srgbClr val="000000"/>
                          </a:solidFill>
                          <a:effectLst/>
                          <a:highlight>
                            <a:srgbClr val="FEF2CD"/>
                          </a:highlight>
                          <a:latin typeface="Calibri"/>
                        </a:rPr>
                        <a:t>PricePred</a:t>
                      </a:r>
                      <a:r>
                        <a:rPr lang="en-US" sz="800" b="1" i="0" u="none" strike="noStrike" noProof="0" dirty="0">
                          <a:solidFill>
                            <a:srgbClr val="000000"/>
                          </a:solidFill>
                          <a:effectLst/>
                          <a:highlight>
                            <a:srgbClr val="FEF2CD"/>
                          </a:highlight>
                          <a:latin typeface="Calibri"/>
                        </a:rPr>
                        <a:t>”. Both are linked below. </a:t>
                      </a:r>
                    </a:p>
                    <a:p>
                      <a:pPr lvl="0" algn="ctr">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3"/>
                        </a:rPr>
                        <a:t>Link to Python notebook Assignment 1 - Optimization Algorithms</a:t>
                      </a:r>
                      <a:endParaRPr lang="en-US" sz="800" b="1" i="0" u="none" strike="noStrike" noProof="0" dirty="0">
                        <a:solidFill>
                          <a:schemeClr val="tx1">
                            <a:lumMod val="75000"/>
                          </a:schemeClr>
                        </a:solidFill>
                        <a:effectLst/>
                        <a:highlight>
                          <a:srgbClr val="FEF2CD"/>
                        </a:highlight>
                        <a:latin typeface="Calibri"/>
                      </a:endParaRPr>
                    </a:p>
                    <a:p>
                      <a:pPr lvl="0" algn="ctr">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4"/>
                        </a:rPr>
                        <a:t>Link to Python notebook Gradient Descent Algorithm for House Price Prediction</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have demonstrated all the required skills for this ILO in the Python notebook “</a:t>
                      </a:r>
                      <a:r>
                        <a:rPr lang="en-US" sz="800" b="1" i="0" u="none" strike="noStrike" noProof="0" dirty="0" err="1">
                          <a:solidFill>
                            <a:srgbClr val="000000"/>
                          </a:solidFill>
                          <a:effectLst/>
                          <a:highlight>
                            <a:srgbClr val="FEF2CD"/>
                          </a:highlight>
                          <a:latin typeface="Calibri"/>
                        </a:rPr>
                        <a:t>LinearRegression</a:t>
                      </a:r>
                      <a:r>
                        <a:rPr lang="en-US" sz="800" b="1" i="0" u="none" strike="noStrike" noProof="0" dirty="0">
                          <a:solidFill>
                            <a:srgbClr val="000000"/>
                          </a:solidFill>
                          <a:effectLst/>
                          <a:highlight>
                            <a:srgbClr val="FEF2CD"/>
                          </a:highlight>
                          <a:latin typeface="Calibri"/>
                        </a:rPr>
                        <a:t>”, which is linked below. </a:t>
                      </a:r>
                    </a:p>
                    <a:p>
                      <a:pPr lvl="0" algn="ctr">
                        <a:buNone/>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have demonstrated all the required skills for this ILO in the Python notebook “</a:t>
                      </a:r>
                      <a:r>
                        <a:rPr lang="en-US" sz="800" b="1" i="0" u="none" strike="noStrike" noProof="0" dirty="0" err="1">
                          <a:solidFill>
                            <a:srgbClr val="000000"/>
                          </a:solidFill>
                          <a:effectLst/>
                          <a:highlight>
                            <a:srgbClr val="FEF2CD"/>
                          </a:highlight>
                          <a:latin typeface="Calibri"/>
                        </a:rPr>
                        <a:t>LinearRegression</a:t>
                      </a:r>
                      <a:r>
                        <a:rPr lang="en-US" sz="800" b="1" i="0" u="none" strike="noStrike" noProof="0" dirty="0">
                          <a:solidFill>
                            <a:srgbClr val="000000"/>
                          </a:solidFill>
                          <a:effectLst/>
                          <a:highlight>
                            <a:srgbClr val="FEF2CD"/>
                          </a:highlight>
                          <a:latin typeface="Calibri"/>
                        </a:rPr>
                        <a:t>”, which is linked below. </a:t>
                      </a:r>
                    </a:p>
                    <a:p>
                      <a:pPr lvl="0" algn="ctr">
                        <a:buNone/>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have demonstrated all the required skills for this ILO in the Python notebook “</a:t>
                      </a:r>
                      <a:r>
                        <a:rPr lang="en-US" sz="800" b="1" i="0" u="none" strike="noStrike" noProof="0" dirty="0" err="1">
                          <a:solidFill>
                            <a:srgbClr val="000000"/>
                          </a:solidFill>
                          <a:effectLst/>
                          <a:highlight>
                            <a:srgbClr val="FEF2CD"/>
                          </a:highlight>
                          <a:latin typeface="Calibri"/>
                        </a:rPr>
                        <a:t>LogisticRegression</a:t>
                      </a:r>
                      <a:r>
                        <a:rPr lang="en-US" sz="800" b="1" i="0" u="none" strike="noStrike" noProof="0" dirty="0">
                          <a:solidFill>
                            <a:srgbClr val="000000"/>
                          </a:solidFill>
                          <a:effectLst/>
                          <a:highlight>
                            <a:srgbClr val="FEF2CD"/>
                          </a:highlight>
                          <a:latin typeface="Calibri"/>
                        </a:rPr>
                        <a:t>”, which is linked below. </a:t>
                      </a:r>
                    </a:p>
                    <a:p>
                      <a:pPr lvl="0" algn="ctr">
                        <a:buNone/>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buNone/>
                      </a:pPr>
                      <a:endParaRPr lang="en-US" sz="800" dirty="0">
                        <a:solidFill>
                          <a:srgbClr val="000000"/>
                        </a:solidFill>
                        <a:highlight>
                          <a:srgbClr val="FEF2CD"/>
                        </a:highlight>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have demonstrated all the required skills for this ILO in the Python notebook “</a:t>
                      </a:r>
                      <a:r>
                        <a:rPr lang="en-US" sz="800" b="1" i="0" u="none" strike="noStrike" noProof="0" dirty="0" err="1">
                          <a:solidFill>
                            <a:srgbClr val="000000"/>
                          </a:solidFill>
                          <a:effectLst/>
                          <a:highlight>
                            <a:srgbClr val="FEF2CD"/>
                          </a:highlight>
                          <a:latin typeface="Calibri"/>
                        </a:rPr>
                        <a:t>LogisticRegression</a:t>
                      </a:r>
                      <a:r>
                        <a:rPr lang="en-US" sz="800" b="1" i="0" u="none" strike="noStrike" noProof="0" dirty="0">
                          <a:solidFill>
                            <a:srgbClr val="000000"/>
                          </a:solidFill>
                          <a:effectLst/>
                          <a:highlight>
                            <a:srgbClr val="FEF2CD"/>
                          </a:highlight>
                          <a:latin typeface="Calibri"/>
                        </a:rPr>
                        <a:t>”, which is linked below. </a:t>
                      </a: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2220229142"/>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presented my presentation in week 8 on Friday.</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hlinkClick r:id="rId3"/>
                        </a:rPr>
                        <a:t>Link to presentation slides.</a:t>
                      </a:r>
                      <a:endParaRPr lang="en-US" sz="800" b="1" i="0" u="none" strike="noStrike" dirty="0">
                        <a:solidFill>
                          <a:srgbClr val="000000"/>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 I have defined the sections clearly in both my creative brief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4"/>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5"/>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compared and described different machine learning models I used in my creative brief in my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4"/>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5"/>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 I have demonstrated my ability to understand the different types of machine learning algorithms both in my implementation of them in the creative brief and my analysis of them in the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4"/>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5"/>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critically </a:t>
                      </a:r>
                      <a:r>
                        <a:rPr lang="en-US" sz="800" b="1" i="0" u="none" strike="noStrike" dirty="0" err="1">
                          <a:solidFill>
                            <a:srgbClr val="000000"/>
                          </a:solidFill>
                          <a:effectLst/>
                          <a:highlight>
                            <a:srgbClr val="FEF2CD"/>
                          </a:highlight>
                          <a:latin typeface="Calibri" panose="020F0502020204030204" pitchFamily="34" charset="0"/>
                        </a:rPr>
                        <a:t>analysed</a:t>
                      </a:r>
                      <a:r>
                        <a:rPr lang="en-US" sz="800" b="1" i="0" u="none" strike="noStrike" dirty="0">
                          <a:solidFill>
                            <a:srgbClr val="000000"/>
                          </a:solidFill>
                          <a:effectLst/>
                          <a:highlight>
                            <a:srgbClr val="FEF2CD"/>
                          </a:highlight>
                          <a:latin typeface="Calibri" panose="020F0502020204030204" pitchFamily="34" charset="0"/>
                        </a:rPr>
                        <a:t> and evaluated my proposed solutions based on my creative brief in the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4"/>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5"/>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 I have all my code in the creative brief. I believe it is clean and commented where necessary.</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identified shortcomings and proposed potential steps for improving the quality in the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4"/>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5"/>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dirty="0"/>
              <a:t>Pulling through.</a:t>
            </a:r>
          </a:p>
          <a:p>
            <a:pPr marL="0" lvl="0" indent="0" algn="just" rtl="0">
              <a:spcBef>
                <a:spcPts val="0"/>
              </a:spcBef>
              <a:spcAft>
                <a:spcPts val="0"/>
              </a:spcAft>
              <a:buNone/>
            </a:pPr>
            <a:endParaRPr lang="en" dirty="0"/>
          </a:p>
          <a:p>
            <a:pPr marL="0" lvl="0" indent="0" algn="just" rtl="0">
              <a:spcBef>
                <a:spcPts val="0"/>
              </a:spcBef>
              <a:spcAft>
                <a:spcPts val="0"/>
              </a:spcAft>
              <a:buNone/>
            </a:pPr>
            <a:r>
              <a:rPr lang="en" dirty="0"/>
              <a:t>Might not seem like much but for me the ups and downs th</a:t>
            </a:r>
            <a:r>
              <a:rPr lang="en-GB" dirty="0"/>
              <a:t>is</a:t>
            </a:r>
            <a:r>
              <a:rPr lang="en" dirty="0"/>
              <a:t> block felt like mountains and valleys.</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most difficult challenges this block</a:t>
            </a:r>
            <a:endParaRPr sz="1400" b="1" dirty="0"/>
          </a:p>
          <a:p>
            <a:pPr marL="0" lvl="0" indent="0" algn="just" rtl="0">
              <a:spcBef>
                <a:spcPts val="800"/>
              </a:spcBef>
              <a:spcAft>
                <a:spcPts val="0"/>
              </a:spcAft>
              <a:buNone/>
            </a:pPr>
            <a:r>
              <a:rPr lang="de-DE" dirty="0"/>
              <a:t>Me </a:t>
            </a:r>
            <a:r>
              <a:rPr lang="de-DE" dirty="0" err="1"/>
              <a:t>getting</a:t>
            </a:r>
            <a:r>
              <a:rPr lang="de-DE" dirty="0"/>
              <a:t> sick </a:t>
            </a:r>
            <a:r>
              <a:rPr lang="de-DE" dirty="0" err="1"/>
              <a:t>twice</a:t>
            </a:r>
            <a:r>
              <a:rPr lang="de-DE" dirty="0"/>
              <a:t> in </a:t>
            </a:r>
            <a:r>
              <a:rPr lang="de-DE" dirty="0" err="1"/>
              <a:t>two</a:t>
            </a:r>
            <a:r>
              <a:rPr lang="de-DE" dirty="0"/>
              <a:t> different </a:t>
            </a:r>
            <a:r>
              <a:rPr lang="de-DE" dirty="0" err="1"/>
              <a:t>weeks</a:t>
            </a:r>
            <a:r>
              <a:rPr lang="de-DE" dirty="0"/>
              <a:t> </a:t>
            </a:r>
            <a:r>
              <a:rPr lang="de-DE" dirty="0" err="1"/>
              <a:t>forced</a:t>
            </a:r>
            <a:r>
              <a:rPr lang="de-DE" dirty="0"/>
              <a:t> </a:t>
            </a:r>
            <a:r>
              <a:rPr lang="de-DE" dirty="0" err="1"/>
              <a:t>me</a:t>
            </a:r>
            <a:r>
              <a:rPr lang="de-DE" dirty="0"/>
              <a:t> </a:t>
            </a:r>
            <a:r>
              <a:rPr lang="de-DE" dirty="0" err="1"/>
              <a:t>to</a:t>
            </a:r>
            <a:r>
              <a:rPr lang="de-DE" dirty="0"/>
              <a:t> </a:t>
            </a:r>
            <a:r>
              <a:rPr lang="de-DE" dirty="0" err="1"/>
              <a:t>have</a:t>
            </a:r>
            <a:r>
              <a:rPr lang="de-DE" dirty="0"/>
              <a:t> </a:t>
            </a:r>
            <a:r>
              <a:rPr lang="de-DE" dirty="0" err="1"/>
              <a:t>to</a:t>
            </a:r>
            <a:r>
              <a:rPr lang="de-DE" dirty="0"/>
              <a:t> </a:t>
            </a:r>
            <a:r>
              <a:rPr lang="de-DE" dirty="0" err="1"/>
              <a:t>almost</a:t>
            </a:r>
            <a:r>
              <a:rPr lang="de-DE" dirty="0"/>
              <a:t> double </a:t>
            </a:r>
            <a:r>
              <a:rPr lang="de-DE" dirty="0" err="1"/>
              <a:t>my</a:t>
            </a:r>
            <a:r>
              <a:rPr lang="de-DE" dirty="0"/>
              <a:t> </a:t>
            </a:r>
            <a:r>
              <a:rPr lang="de-DE" dirty="0" err="1"/>
              <a:t>workrate</a:t>
            </a:r>
            <a:r>
              <a:rPr lang="de-DE" dirty="0"/>
              <a:t> </a:t>
            </a:r>
            <a:r>
              <a:rPr lang="de-DE" dirty="0" err="1"/>
              <a:t>the</a:t>
            </a:r>
            <a:r>
              <a:rPr lang="de-DE" dirty="0"/>
              <a:t> </a:t>
            </a:r>
            <a:r>
              <a:rPr lang="de-DE" dirty="0" err="1"/>
              <a:t>next</a:t>
            </a:r>
            <a:r>
              <a:rPr lang="de-DE" dirty="0"/>
              <a:t> </a:t>
            </a:r>
            <a:r>
              <a:rPr lang="de-DE" dirty="0" err="1"/>
              <a:t>week</a:t>
            </a:r>
            <a:r>
              <a:rPr lang="de-DE" dirty="0"/>
              <a:t>. </a:t>
            </a:r>
            <a:r>
              <a:rPr lang="de-DE" dirty="0" err="1"/>
              <a:t>Especially</a:t>
            </a:r>
            <a:r>
              <a:rPr lang="de-DE" dirty="0"/>
              <a:t> </a:t>
            </a:r>
            <a:r>
              <a:rPr lang="de-DE" dirty="0" err="1"/>
              <a:t>with</a:t>
            </a:r>
            <a:r>
              <a:rPr lang="de-DE" dirty="0"/>
              <a:t> </a:t>
            </a:r>
            <a:r>
              <a:rPr lang="de-DE" dirty="0" err="1"/>
              <a:t>week</a:t>
            </a:r>
            <a:r>
              <a:rPr lang="de-DE" dirty="0"/>
              <a:t> 6/7, </a:t>
            </a:r>
            <a:r>
              <a:rPr lang="de-DE" dirty="0" err="1"/>
              <a:t>where</a:t>
            </a:r>
            <a:r>
              <a:rPr lang="de-DE" dirty="0"/>
              <a:t> </a:t>
            </a:r>
            <a:r>
              <a:rPr lang="de-DE" dirty="0" err="1"/>
              <a:t>the</a:t>
            </a:r>
            <a:r>
              <a:rPr lang="de-DE" dirty="0"/>
              <a:t> </a:t>
            </a:r>
            <a:r>
              <a:rPr lang="de-DE" dirty="0" err="1"/>
              <a:t>deadline</a:t>
            </a:r>
            <a:r>
              <a:rPr lang="de-DE" dirty="0"/>
              <a:t> was </a:t>
            </a:r>
            <a:r>
              <a:rPr lang="de-DE" dirty="0" err="1"/>
              <a:t>already</a:t>
            </a:r>
            <a:r>
              <a:rPr lang="de-DE" dirty="0"/>
              <a:t> </a:t>
            </a:r>
            <a:r>
              <a:rPr lang="de-DE" dirty="0" err="1"/>
              <a:t>looming</a:t>
            </a:r>
            <a:r>
              <a:rPr lang="de-DE" dirty="0"/>
              <a:t>, I </a:t>
            </a:r>
            <a:r>
              <a:rPr lang="de-DE" dirty="0" err="1"/>
              <a:t>had</a:t>
            </a:r>
            <a:r>
              <a:rPr lang="de-DE" dirty="0"/>
              <a:t> </a:t>
            </a:r>
            <a:r>
              <a:rPr lang="de-DE" dirty="0" err="1"/>
              <a:t>some</a:t>
            </a:r>
            <a:r>
              <a:rPr lang="de-DE" dirty="0"/>
              <a:t> </a:t>
            </a:r>
            <a:r>
              <a:rPr lang="de-DE" dirty="0" err="1"/>
              <a:t>doubts</a:t>
            </a:r>
            <a:r>
              <a:rPr lang="de-DE" dirty="0"/>
              <a:t> </a:t>
            </a:r>
            <a:r>
              <a:rPr lang="de-DE" dirty="0" err="1"/>
              <a:t>about</a:t>
            </a:r>
            <a:r>
              <a:rPr lang="de-DE" dirty="0"/>
              <a:t> </a:t>
            </a:r>
            <a:r>
              <a:rPr lang="de-DE" dirty="0" err="1"/>
              <a:t>myself</a:t>
            </a:r>
            <a:r>
              <a:rPr lang="de-DE" dirty="0"/>
              <a:t> and </a:t>
            </a:r>
            <a:r>
              <a:rPr lang="de-DE" dirty="0" err="1"/>
              <a:t>whether</a:t>
            </a:r>
            <a:r>
              <a:rPr lang="de-DE" dirty="0"/>
              <a:t> I was </a:t>
            </a:r>
            <a:r>
              <a:rPr lang="de-DE" dirty="0" err="1"/>
              <a:t>going</a:t>
            </a:r>
            <a:r>
              <a:rPr lang="de-DE" dirty="0"/>
              <a:t> </a:t>
            </a:r>
            <a:r>
              <a:rPr lang="de-DE" dirty="0" err="1"/>
              <a:t>to</a:t>
            </a:r>
            <a:r>
              <a:rPr lang="de-DE" dirty="0"/>
              <a:t> </a:t>
            </a:r>
            <a:r>
              <a:rPr lang="de-DE" dirty="0" err="1"/>
              <a:t>achieve</a:t>
            </a:r>
            <a:r>
              <a:rPr lang="de-DE" dirty="0"/>
              <a:t> </a:t>
            </a:r>
            <a:r>
              <a:rPr lang="de-DE" dirty="0" err="1"/>
              <a:t>the</a:t>
            </a:r>
            <a:r>
              <a:rPr lang="de-DE" dirty="0"/>
              <a:t> block. </a:t>
            </a:r>
            <a:r>
              <a:rPr lang="de-DE" dirty="0" err="1"/>
              <a:t>Hopefully</a:t>
            </a:r>
            <a:r>
              <a:rPr lang="de-DE" dirty="0"/>
              <a:t>, </a:t>
            </a:r>
            <a:r>
              <a:rPr lang="de-DE" dirty="0" err="1"/>
              <a:t>everything</a:t>
            </a:r>
            <a:r>
              <a:rPr lang="de-DE" dirty="0"/>
              <a:t> </a:t>
            </a:r>
            <a:r>
              <a:rPr lang="de-DE" dirty="0" err="1"/>
              <a:t>has</a:t>
            </a:r>
            <a:r>
              <a:rPr lang="de-DE" dirty="0"/>
              <a:t> </a:t>
            </a:r>
            <a:r>
              <a:rPr lang="de-DE" dirty="0" err="1"/>
              <a:t>paid</a:t>
            </a:r>
            <a:r>
              <a:rPr lang="de-DE" dirty="0"/>
              <a:t> off.</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The most important lessons I learned</a:t>
            </a:r>
            <a:endParaRPr sz="1400" b="1" dirty="0"/>
          </a:p>
          <a:p>
            <a:pPr marL="0" lvl="0" indent="0" algn="just" rtl="0">
              <a:spcBef>
                <a:spcPts val="800"/>
              </a:spcBef>
              <a:spcAft>
                <a:spcPts val="800"/>
              </a:spcAft>
              <a:buNone/>
            </a:pPr>
            <a:r>
              <a:rPr lang="en" dirty="0"/>
              <a:t>I learned how to persevere through tough times.</a:t>
            </a:r>
            <a:endParaRPr dirty="0"/>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de-DE" dirty="0"/>
              <a:t>(</a:t>
            </a:r>
            <a:r>
              <a:rPr lang="de-DE" dirty="0" err="1"/>
              <a:t>note</a:t>
            </a:r>
            <a:r>
              <a:rPr lang="de-DE" dirty="0"/>
              <a:t>: I </a:t>
            </a:r>
            <a:r>
              <a:rPr lang="de-DE" dirty="0" err="1"/>
              <a:t>believe</a:t>
            </a:r>
            <a:r>
              <a:rPr lang="de-DE" dirty="0"/>
              <a:t> </a:t>
            </a:r>
            <a:r>
              <a:rPr lang="de-DE" dirty="0" err="1"/>
              <a:t>there</a:t>
            </a:r>
            <a:r>
              <a:rPr lang="de-DE" dirty="0"/>
              <a:t> </a:t>
            </a:r>
            <a:r>
              <a:rPr lang="de-DE" dirty="0" err="1"/>
              <a:t>may</a:t>
            </a:r>
            <a:r>
              <a:rPr lang="de-DE" dirty="0"/>
              <a:t> </a:t>
            </a:r>
            <a:r>
              <a:rPr lang="de-DE" dirty="0" err="1"/>
              <a:t>be</a:t>
            </a:r>
            <a:r>
              <a:rPr lang="de-DE" dirty="0"/>
              <a:t> a </a:t>
            </a:r>
            <a:r>
              <a:rPr lang="de-DE" dirty="0" err="1"/>
              <a:t>mistake</a:t>
            </a:r>
            <a:r>
              <a:rPr lang="de-DE" dirty="0"/>
              <a:t> in </a:t>
            </a:r>
            <a:r>
              <a:rPr lang="de-DE" dirty="0" err="1"/>
              <a:t>the</a:t>
            </a:r>
            <a:r>
              <a:rPr lang="de-DE" dirty="0"/>
              <a:t> </a:t>
            </a:r>
            <a:r>
              <a:rPr lang="de-DE" dirty="0" err="1"/>
              <a:t>self-assesment</a:t>
            </a:r>
            <a:r>
              <a:rPr lang="de-DE" dirty="0"/>
              <a:t> </a:t>
            </a:r>
            <a:r>
              <a:rPr lang="de-DE" dirty="0" err="1"/>
              <a:t>rubric</a:t>
            </a:r>
            <a:r>
              <a:rPr lang="de-DE" dirty="0"/>
              <a:t> </a:t>
            </a:r>
            <a:r>
              <a:rPr lang="de-DE" dirty="0" err="1"/>
              <a:t>as</a:t>
            </a:r>
            <a:r>
              <a:rPr lang="de-DE" dirty="0"/>
              <a:t> </a:t>
            </a:r>
            <a:r>
              <a:rPr lang="de-DE" dirty="0" err="1"/>
              <a:t>the</a:t>
            </a:r>
            <a:r>
              <a:rPr lang="de-DE" dirty="0"/>
              <a:t> </a:t>
            </a:r>
            <a:r>
              <a:rPr lang="de-DE" dirty="0" err="1"/>
              <a:t>points</a:t>
            </a:r>
            <a:r>
              <a:rPr lang="de-DE" dirty="0"/>
              <a:t> </a:t>
            </a:r>
            <a:r>
              <a:rPr lang="de-DE" dirty="0" err="1"/>
              <a:t>for</a:t>
            </a:r>
            <a:r>
              <a:rPr lang="de-DE" dirty="0"/>
              <a:t> ILO 2 </a:t>
            </a:r>
            <a:r>
              <a:rPr lang="de-DE" dirty="0" err="1"/>
              <a:t>are</a:t>
            </a:r>
            <a:r>
              <a:rPr lang="de-DE" dirty="0"/>
              <a:t> </a:t>
            </a:r>
            <a:r>
              <a:rPr lang="de-DE" dirty="0" err="1"/>
              <a:t>multiplied</a:t>
            </a:r>
            <a:r>
              <a:rPr lang="de-DE" dirty="0"/>
              <a:t> </a:t>
            </a:r>
            <a:r>
              <a:rPr lang="de-DE" dirty="0" err="1"/>
              <a:t>by</a:t>
            </a:r>
            <a:r>
              <a:rPr lang="de-DE" dirty="0"/>
              <a:t> 2, so </a:t>
            </a:r>
            <a:r>
              <a:rPr lang="de-DE" dirty="0" err="1"/>
              <a:t>therefore</a:t>
            </a:r>
            <a:r>
              <a:rPr lang="de-DE" dirty="0"/>
              <a:t> </a:t>
            </a:r>
            <a:r>
              <a:rPr lang="de-DE" dirty="0" err="1"/>
              <a:t>my</a:t>
            </a:r>
            <a:r>
              <a:rPr lang="de-DE" dirty="0"/>
              <a:t> grade </a:t>
            </a:r>
            <a:r>
              <a:rPr lang="de-DE" dirty="0" err="1"/>
              <a:t>would</a:t>
            </a:r>
            <a:r>
              <a:rPr lang="de-DE" dirty="0"/>
              <a:t> </a:t>
            </a:r>
            <a:r>
              <a:rPr lang="de-DE" dirty="0" err="1"/>
              <a:t>be</a:t>
            </a:r>
            <a:r>
              <a:rPr lang="de-DE" dirty="0"/>
              <a:t> 7.4)</a:t>
            </a:r>
            <a:endParaRPr dirty="0"/>
          </a:p>
          <a:p>
            <a:pPr marL="0" lvl="0" indent="0" algn="just" rtl="0">
              <a:spcBef>
                <a:spcPts val="800"/>
              </a:spcBef>
              <a:spcAft>
                <a:spcPts val="0"/>
              </a:spcAft>
              <a:buNone/>
            </a:pPr>
            <a:r>
              <a:rPr lang="de-DE" dirty="0"/>
              <a:t>An 8.3, and </a:t>
            </a:r>
            <a:r>
              <a:rPr lang="de-DE" dirty="0" err="1"/>
              <a:t>even</a:t>
            </a:r>
            <a:r>
              <a:rPr lang="de-DE" dirty="0"/>
              <a:t> a 7.4 </a:t>
            </a:r>
            <a:r>
              <a:rPr lang="de-DE" dirty="0" err="1"/>
              <a:t>seem</a:t>
            </a:r>
            <a:r>
              <a:rPr lang="de-DE" dirty="0"/>
              <a:t> </a:t>
            </a:r>
            <a:r>
              <a:rPr lang="de-DE" dirty="0" err="1"/>
              <a:t>unbelievebly</a:t>
            </a:r>
            <a:r>
              <a:rPr lang="de-DE" dirty="0"/>
              <a:t> high </a:t>
            </a:r>
            <a:r>
              <a:rPr lang="de-DE" dirty="0" err="1"/>
              <a:t>considering</a:t>
            </a:r>
            <a:r>
              <a:rPr lang="de-DE" dirty="0"/>
              <a:t> </a:t>
            </a:r>
            <a:r>
              <a:rPr lang="de-DE" dirty="0" err="1"/>
              <a:t>how</a:t>
            </a:r>
            <a:r>
              <a:rPr lang="de-DE" dirty="0"/>
              <a:t> tough I </a:t>
            </a:r>
            <a:r>
              <a:rPr lang="de-DE" dirty="0" err="1"/>
              <a:t>thought</a:t>
            </a:r>
            <a:r>
              <a:rPr lang="de-DE" dirty="0"/>
              <a:t> </a:t>
            </a:r>
            <a:r>
              <a:rPr lang="de-DE" dirty="0" err="1"/>
              <a:t>this</a:t>
            </a:r>
            <a:r>
              <a:rPr lang="de-DE" dirty="0"/>
              <a:t> block </a:t>
            </a:r>
            <a:r>
              <a:rPr lang="de-DE" dirty="0" err="1"/>
              <a:t>to</a:t>
            </a:r>
            <a:r>
              <a:rPr lang="de-DE" dirty="0"/>
              <a:t> </a:t>
            </a:r>
            <a:r>
              <a:rPr lang="de-DE" dirty="0" err="1"/>
              <a:t>be</a:t>
            </a:r>
            <a:r>
              <a:rPr lang="de-DE" dirty="0"/>
              <a:t>.</a:t>
            </a:r>
            <a:endParaRPr dirty="0"/>
          </a:p>
          <a:p>
            <a:pPr marL="0" lvl="0" indent="0" algn="just" rtl="0">
              <a:spcBef>
                <a:spcPts val="800"/>
              </a:spcBef>
              <a:spcAft>
                <a:spcPts val="0"/>
              </a:spcAft>
              <a:buNone/>
            </a:pPr>
            <a:r>
              <a:rPr lang="en" sz="1400" b="1" dirty="0"/>
              <a:t>How I plan to improve next block</a:t>
            </a:r>
            <a:endParaRPr sz="1400" b="1" dirty="0"/>
          </a:p>
          <a:p>
            <a:pPr marL="0" lvl="0" indent="0" algn="just" rtl="0">
              <a:spcBef>
                <a:spcPts val="800"/>
              </a:spcBef>
              <a:spcAft>
                <a:spcPts val="800"/>
              </a:spcAft>
              <a:buNone/>
            </a:pPr>
            <a:r>
              <a:rPr lang="en" dirty="0"/>
              <a:t>I need to </a:t>
            </a:r>
            <a:r>
              <a:rPr lang="en"/>
              <a:t>improve on mitigating the effects of the tough times.</a:t>
            </a:r>
            <a:endParaRPr dirty="0"/>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dirty="0">
                <a:solidFill>
                  <a:srgbClr val="434343"/>
                </a:solidFill>
                <a:latin typeface="Roboto"/>
                <a:ea typeface="Roboto"/>
                <a:cs typeface="Roboto"/>
                <a:sym typeface="Roboto"/>
              </a:rPr>
              <a:t>8.3</a:t>
            </a:r>
            <a:endParaRPr sz="3600" b="1" dirty="0">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98D9791E-52D0-4ABB-925A-4EAECF798D9B}">
  <ds:schemaRefs>
    <ds:schemaRef ds:uri="http://schemas.microsoft.com/sharepoint/v3/contenttype/forms"/>
  </ds:schemaRefs>
</ds:datastoreItem>
</file>

<file path=customXml/itemProps2.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950</TotalTime>
  <Words>9411</Words>
  <Application>Microsoft Office PowerPoint</Application>
  <PresentationFormat>On-screen Show (16:9)</PresentationFormat>
  <Paragraphs>807</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Helvetica Neue</vt:lpstr>
      <vt:lpstr>Proxima Nova</vt:lpstr>
      <vt:lpstr>Calibri</vt:lpstr>
      <vt:lpstr>Open Sans</vt:lpstr>
      <vt:lpstr>Roboto</vt:lpstr>
      <vt:lpstr>Roboto Thin</vt:lpstr>
      <vt:lpstr>Arial</vt:lpstr>
      <vt:lpstr>Roboto Light</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Burchard, Maks (240894)</cp:lastModifiedBy>
  <cp:revision>184</cp:revision>
  <dcterms:modified xsi:type="dcterms:W3CDTF">2025-01-24T12:19:18Z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