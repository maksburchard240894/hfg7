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0" d="100"/>
          <a:sy n="140" d="100"/>
        </p:scale>
        <p:origin x="284"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de-DE" dirty="0" err="1"/>
              <a:t>It‘s</a:t>
            </a:r>
            <a:r>
              <a:rPr lang="de-DE" dirty="0"/>
              <a:t> </a:t>
            </a:r>
            <a:r>
              <a:rPr lang="de-DE" dirty="0" err="1"/>
              <a:t>the</a:t>
            </a:r>
            <a:r>
              <a:rPr lang="de-DE" dirty="0"/>
              <a:t> </a:t>
            </a:r>
            <a:r>
              <a:rPr lang="de-DE" dirty="0" err="1"/>
              <a:t>first</a:t>
            </a:r>
            <a:r>
              <a:rPr lang="de-DE" dirty="0"/>
              <a:t> </a:t>
            </a:r>
            <a:r>
              <a:rPr lang="de-DE" dirty="0" err="1"/>
              <a:t>week</a:t>
            </a:r>
            <a:r>
              <a:rPr lang="de-DE" dirty="0"/>
              <a:t> so </a:t>
            </a:r>
            <a:r>
              <a:rPr lang="de-DE" dirty="0" err="1"/>
              <a:t>there‘s</a:t>
            </a:r>
            <a:r>
              <a:rPr lang="de-DE" dirty="0"/>
              <a:t> not </a:t>
            </a:r>
            <a:r>
              <a:rPr lang="de-DE" dirty="0" err="1"/>
              <a:t>really</a:t>
            </a:r>
            <a:r>
              <a:rPr lang="de-DE" dirty="0"/>
              <a:t> </a:t>
            </a:r>
            <a:r>
              <a:rPr lang="de-DE" dirty="0" err="1"/>
              <a:t>much</a:t>
            </a:r>
            <a:r>
              <a:rPr lang="de-DE" dirty="0"/>
              <a:t> </a:t>
            </a:r>
            <a:r>
              <a:rPr lang="de-DE" dirty="0" err="1"/>
              <a:t>to</a:t>
            </a:r>
            <a:r>
              <a:rPr lang="de-DE" dirty="0"/>
              <a:t> </a:t>
            </a:r>
            <a:r>
              <a:rPr lang="de-DE" dirty="0" err="1"/>
              <a:t>talk</a:t>
            </a:r>
            <a:r>
              <a:rPr lang="de-DE" dirty="0"/>
              <a:t> </a:t>
            </a:r>
            <a:r>
              <a:rPr lang="de-DE" dirty="0" err="1"/>
              <a:t>about</a:t>
            </a:r>
            <a:r>
              <a:rPr lang="de-DE" dirty="0"/>
              <a:t>.</a:t>
            </a:r>
            <a:endParaRPr lang="en-US"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xxx </a:t>
            </a:r>
            <a:r>
              <a:rPr lang="de-DE" dirty="0" err="1"/>
              <a:t>hours</a:t>
            </a:r>
            <a:r>
              <a:rPr lang="de-DE" dirty="0"/>
              <a:t>, at 35 </a:t>
            </a:r>
            <a:r>
              <a:rPr lang="de-DE" dirty="0" err="1"/>
              <a:t>hours</a:t>
            </a:r>
            <a:r>
              <a:rPr lang="de-DE" dirty="0"/>
              <a:t> per </a:t>
            </a:r>
            <a:r>
              <a:rPr lang="de-DE" dirty="0" err="1"/>
              <a:t>week</a:t>
            </a:r>
            <a:r>
              <a:rPr lang="de-DE" dirty="0"/>
              <a:t>, but </a:t>
            </a:r>
            <a:r>
              <a:rPr lang="de-DE" dirty="0" err="1"/>
              <a:t>with</a:t>
            </a:r>
            <a:r>
              <a:rPr lang="de-DE" dirty="0"/>
              <a:t> </a:t>
            </a:r>
            <a:r>
              <a:rPr lang="de-DE" dirty="0" err="1"/>
              <a:t>me</a:t>
            </a:r>
            <a:r>
              <a:rPr lang="de-DE" dirty="0"/>
              <a:t> </a:t>
            </a:r>
            <a:r>
              <a:rPr lang="de-DE" dirty="0" err="1"/>
              <a:t>becomming</a:t>
            </a:r>
            <a:r>
              <a:rPr lang="de-DE" dirty="0"/>
              <a:t> sick </a:t>
            </a:r>
            <a:r>
              <a:rPr lang="de-DE" dirty="0" err="1"/>
              <a:t>this</a:t>
            </a:r>
            <a:r>
              <a:rPr lang="de-DE" dirty="0"/>
              <a:t> </a:t>
            </a:r>
            <a:r>
              <a:rPr lang="de-DE" dirty="0" err="1"/>
              <a:t>week</a:t>
            </a:r>
            <a:r>
              <a:rPr lang="de-DE" dirty="0"/>
              <a:t> I </a:t>
            </a:r>
            <a:r>
              <a:rPr lang="de-DE" dirty="0" err="1"/>
              <a:t>may</a:t>
            </a:r>
            <a:r>
              <a:rPr lang="de-DE" dirty="0"/>
              <a: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even</a:t>
            </a:r>
            <a:r>
              <a:rPr lang="de-DE" dirty="0"/>
              <a:t> </a:t>
            </a:r>
            <a:r>
              <a:rPr lang="de-DE" dirty="0" err="1"/>
              <a:t>lower</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lang="de-DE" dirty="0"/>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3.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696</TotalTime>
  <Words>7171</Words>
  <Application>Microsoft Office PowerPoint</Application>
  <PresentationFormat>On-screen Show (16:9)</PresentationFormat>
  <Paragraphs>609</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Open Sans</vt:lpstr>
      <vt:lpstr>Roboto</vt:lpstr>
      <vt:lpstr>Arial</vt:lpstr>
      <vt:lpstr>Calibri</vt:lpstr>
      <vt:lpstr>Roboto Thin</vt:lpstr>
      <vt:lpstr>Proxima Nova</vt:lpstr>
      <vt:lpstr>Helvetica Neue</vt:lpstr>
      <vt:lpstr>Roboto Light</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74</cp:revision>
  <dcterms:modified xsi:type="dcterms:W3CDTF">2025-01-19T23:53:21Z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