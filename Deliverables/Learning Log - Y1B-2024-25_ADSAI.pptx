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240" y="-36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9.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641210492f586c7e7048ca3999cc3dd4c452cfa2/Deliverables/CreativeBrief_MaksBurchard_240894.ipynb" TargetMode="External"/><Relationship Id="rId2" Type="http://schemas.openxmlformats.org/officeDocument/2006/relationships/notesSlide" Target="../notesSlides/notesSlide23.xml"/><Relationship Id="rId1" Type="http://schemas.openxmlformats.org/officeDocument/2006/relationships/slideLayout" Target="../slideLayouts/slideLayout9.xml"/><Relationship Id="rId4" Type="http://schemas.openxmlformats.org/officeDocument/2006/relationships/hyperlink" Target="https://github.com/BredaUniversityADSAI/2024-25b-fai1-adsai-MaksBurchard240894/blob/641210492f586c7e7048ca3999cc3dd4c452cfa2/Deliverables/FinalReport_Maks_Burchard_240894.doc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2a5960277c5e20d1ba05a55e632d3fcfd124ccdd/Deliverables/FinalReport_Maks_Burchard_240894.docx" TargetMode="External"/><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7"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27.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PricePred_temp.ipynb" TargetMode="External"/><Relationship Id="rId5" Type="http://schemas.openxmlformats.org/officeDocument/2006/relationships/hyperlink" Target="https://github.com/BredaUniversityADSAI/2024-25b-fai1-adsai-MaksBurchard240894/blob/2a5960277c5e20d1ba05a55e632d3fcfd124ccdd/Block%20B/LogisticRegression_Final.ipynb" TargetMode="External"/><Relationship Id="rId4" Type="http://schemas.openxmlformats.org/officeDocument/2006/relationships/hyperlink" Target="https://github.com/BredaUniversityADSAI/2024-25b-fai1-adsai-MaksBurchard240894/blob/2a5960277c5e20d1ba05a55e632d3fcfd124ccdd/Block%20B/LinearRegression_Final.ipynb"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2a5960277c5e20d1ba05a55e632d3fcfd124ccdd/Deliverables/FinalReport_Maks_Burchard_240894.docx" TargetMode="External"/><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7"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3.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PricePred_temp.ipynb" TargetMode="External"/><Relationship Id="rId5" Type="http://schemas.openxmlformats.org/officeDocument/2006/relationships/hyperlink" Target="https://github.com/BredaUniversityADSAI/2024-25b-fai1-adsai-MaksBurchard240894/blob/2a5960277c5e20d1ba05a55e632d3fcfd124ccdd/Block%20B/LogisticRegression_Final.ipynb" TargetMode="External"/><Relationship Id="rId4" Type="http://schemas.openxmlformats.org/officeDocument/2006/relationships/hyperlink" Target="https://github.com/BredaUniversityADSAI/2024-25b-fai1-adsai-MaksBurchard240894/blob/2a5960277c5e20d1ba05a55e632d3fcfd124ccdd/Block%20B/LinearRegression_Final.ipynb"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5.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LogisticRegression_Final.ipynb" TargetMode="External"/><Relationship Id="rId5" Type="http://schemas.openxmlformats.org/officeDocument/2006/relationships/hyperlink" Target="https://github.com/BredaUniversityADSAI/2024-25b-fai1-adsai-MaksBurchard240894/blob/2a5960277c5e20d1ba05a55e632d3fcfd124ccdd/Block%20B/LinearRegression_Final.ipynb" TargetMode="Externa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2" Type="http://schemas.openxmlformats.org/officeDocument/2006/relationships/notesSlide" Target="../notesSlides/notesSlide37.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LogisticRegression_Final.ipynb" TargetMode="External"/><Relationship Id="rId5" Type="http://schemas.openxmlformats.org/officeDocument/2006/relationships/hyperlink" Target="https://github.com/BredaUniversityADSAI/2024-25b-fai1-adsai-MaksBurchard240894/blob/2a5960277c5e20d1ba05a55e632d3fcfd124ccdd/Block%20B/LinearRegression_Final.ipynb" TargetMode="External"/><Relationship Id="rId4" Type="http://schemas.openxmlformats.org/officeDocument/2006/relationships/hyperlink" Target="https://github.com/BredaUniversityADSAI/2024-25b-fai1-adsai-MaksBurchard240894/blob/2a5960277c5e20d1ba05a55e632d3fcfd124ccdd/Block%20B/PricePred_temp.ipynb"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br>
              <a:rPr lang="de-DE" dirty="0"/>
            </a:br>
            <a:r>
              <a:rPr lang="de-DE" dirty="0"/>
              <a:t>READJUSTMENT: On 06/01/2025, I </a:t>
            </a:r>
            <a:r>
              <a:rPr lang="de-DE" dirty="0" err="1"/>
              <a:t>readjusted</a:t>
            </a:r>
            <a:r>
              <a:rPr lang="de-DE" dirty="0"/>
              <a:t> </a:t>
            </a:r>
            <a:r>
              <a:rPr lang="de-DE" dirty="0" err="1"/>
              <a:t>this</a:t>
            </a:r>
            <a:r>
              <a:rPr lang="de-DE" dirty="0"/>
              <a:t> </a:t>
            </a:r>
            <a:r>
              <a:rPr lang="de-DE" dirty="0" err="1"/>
              <a:t>goal</a:t>
            </a:r>
            <a:r>
              <a:rPr lang="de-DE" dirty="0"/>
              <a:t> down </a:t>
            </a:r>
            <a:r>
              <a:rPr lang="de-DE" dirty="0" err="1"/>
              <a:t>to</a:t>
            </a:r>
            <a:r>
              <a:rPr lang="de-DE" dirty="0"/>
              <a:t> 240 </a:t>
            </a:r>
            <a:r>
              <a:rPr lang="de-DE" dirty="0" err="1"/>
              <a:t>hours</a:t>
            </a:r>
            <a:r>
              <a:rPr lang="de-DE" dirty="0"/>
              <a:t> (30 </a:t>
            </a:r>
            <a:r>
              <a:rPr lang="de-DE" dirty="0" err="1"/>
              <a:t>hours</a:t>
            </a:r>
            <a:r>
              <a:rPr lang="de-DE" dirty="0"/>
              <a:t> per </a:t>
            </a:r>
            <a:r>
              <a:rPr lang="de-DE" dirty="0" err="1"/>
              <a:t>week</a:t>
            </a:r>
            <a:r>
              <a:rPr lang="de-DE" dirty="0"/>
              <a:t>) </a:t>
            </a:r>
            <a:r>
              <a:rPr lang="de-DE" dirty="0" err="1"/>
              <a:t>as</a:t>
            </a:r>
            <a:r>
              <a:rPr lang="de-DE" dirty="0"/>
              <a:t> I do not </a:t>
            </a:r>
            <a:r>
              <a:rPr lang="de-DE" dirty="0" err="1"/>
              <a:t>believe</a:t>
            </a:r>
            <a:r>
              <a:rPr lang="de-DE" dirty="0"/>
              <a:t> I </a:t>
            </a:r>
            <a:r>
              <a:rPr lang="de-DE" dirty="0" err="1"/>
              <a:t>can</a:t>
            </a:r>
            <a:r>
              <a:rPr lang="de-DE" dirty="0"/>
              <a:t> </a:t>
            </a:r>
            <a:r>
              <a:rPr lang="de-DE" dirty="0" err="1"/>
              <a:t>reach</a:t>
            </a:r>
            <a:r>
              <a:rPr lang="de-DE" dirty="0"/>
              <a:t> </a:t>
            </a:r>
            <a:r>
              <a:rPr lang="de-DE" dirty="0" err="1"/>
              <a:t>my</a:t>
            </a:r>
            <a:r>
              <a:rPr lang="de-DE" dirty="0"/>
              <a:t> original </a:t>
            </a:r>
            <a:r>
              <a:rPr lang="de-DE" dirty="0" err="1"/>
              <a:t>goal</a:t>
            </a:r>
            <a:r>
              <a:rPr lang="de-DE" dirty="0"/>
              <a:t> </a:t>
            </a:r>
            <a:r>
              <a:rPr lang="de-DE" dirty="0" err="1"/>
              <a:t>anymore</a:t>
            </a:r>
            <a:r>
              <a:rPr lang="de-DE"/>
              <a:t>.</a:t>
            </a:r>
            <a:endParaRPr lang="de-DE" dirty="0"/>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lang="de-DE" dirty="0"/>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I </a:t>
            </a:r>
            <a:r>
              <a:rPr lang="de-DE" dirty="0" err="1"/>
              <a:t>have</a:t>
            </a:r>
            <a:r>
              <a:rPr lang="de-DE" dirty="0"/>
              <a:t> </a:t>
            </a:r>
            <a:r>
              <a:rPr lang="de-DE" dirty="0" err="1"/>
              <a:t>almost</a:t>
            </a:r>
            <a:r>
              <a:rPr lang="de-DE" dirty="0"/>
              <a:t> </a:t>
            </a:r>
            <a:r>
              <a:rPr lang="de-DE" dirty="0" err="1"/>
              <a:t>reached</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for</a:t>
            </a:r>
            <a:r>
              <a:rPr lang="de-DE" dirty="0"/>
              <a:t> </a:t>
            </a:r>
            <a:r>
              <a:rPr lang="de-DE" dirty="0" err="1"/>
              <a:t>this</a:t>
            </a:r>
            <a:r>
              <a:rPr lang="de-DE" dirty="0"/>
              <a:t> </a:t>
            </a:r>
            <a:r>
              <a:rPr lang="de-DE" dirty="0" err="1"/>
              <a:t>week</a:t>
            </a:r>
            <a:r>
              <a:rPr lang="de-DE" dirty="0"/>
              <a:t>, and so I </a:t>
            </a:r>
            <a:r>
              <a:rPr lang="de-DE" dirty="0" err="1"/>
              <a:t>need</a:t>
            </a:r>
            <a:r>
              <a:rPr lang="de-DE" dirty="0"/>
              <a:t> </a:t>
            </a:r>
            <a:r>
              <a:rPr lang="de-DE" dirty="0" err="1"/>
              <a:t>to</a:t>
            </a:r>
            <a:r>
              <a:rPr lang="de-DE" dirty="0"/>
              <a:t> </a:t>
            </a:r>
            <a:r>
              <a:rPr lang="de-DE" dirty="0" err="1"/>
              <a:t>work</a:t>
            </a:r>
            <a:r>
              <a:rPr lang="de-DE" dirty="0"/>
              <a:t> 5 </a:t>
            </a:r>
            <a:r>
              <a:rPr lang="de-DE" dirty="0" err="1"/>
              <a:t>hours</a:t>
            </a:r>
            <a:r>
              <a:rPr lang="de-DE" dirty="0"/>
              <a:t> </a:t>
            </a:r>
            <a:r>
              <a:rPr lang="de-DE" dirty="0" err="1"/>
              <a:t>more</a:t>
            </a:r>
            <a:r>
              <a:rPr lang="de-DE" dirty="0"/>
              <a:t> in </a:t>
            </a:r>
            <a:r>
              <a:rPr lang="de-DE" dirty="0" err="1"/>
              <a:t>the</a:t>
            </a:r>
            <a:r>
              <a:rPr lang="de-DE" dirty="0"/>
              <a:t> </a:t>
            </a:r>
            <a:r>
              <a:rPr lang="de-DE" dirty="0" err="1"/>
              <a:t>next</a:t>
            </a:r>
            <a:r>
              <a:rPr lang="de-DE" dirty="0"/>
              <a:t> </a:t>
            </a:r>
            <a:r>
              <a:rPr lang="de-DE" dirty="0" err="1"/>
              <a:t>week</a:t>
            </a:r>
            <a:r>
              <a:rPr lang="de-DE" dirty="0"/>
              <a:t> </a:t>
            </a:r>
            <a:r>
              <a:rPr lang="de-DE" dirty="0" err="1"/>
              <a:t>to</a:t>
            </a:r>
            <a:r>
              <a:rPr lang="de-DE" dirty="0"/>
              <a:t> </a:t>
            </a:r>
            <a:r>
              <a:rPr lang="de-DE" dirty="0" err="1"/>
              <a:t>compensate</a:t>
            </a:r>
            <a:r>
              <a:rPr lang="de-DE" dirty="0"/>
              <a:t> </a:t>
            </a:r>
            <a:r>
              <a:rPr lang="de-DE" dirty="0" err="1"/>
              <a:t>for</a:t>
            </a:r>
            <a:r>
              <a:rPr lang="de-DE" dirty="0"/>
              <a:t> </a:t>
            </a:r>
            <a:r>
              <a:rPr lang="de-DE" dirty="0" err="1"/>
              <a:t>this</a:t>
            </a:r>
            <a:r>
              <a:rPr lang="de-DE" dirty="0"/>
              <a:t>. In </a:t>
            </a:r>
            <a:r>
              <a:rPr lang="de-DE" dirty="0" err="1"/>
              <a:t>terms</a:t>
            </a:r>
            <a:r>
              <a:rPr lang="de-DE" dirty="0"/>
              <a:t> </a:t>
            </a:r>
            <a:r>
              <a:rPr lang="de-DE" dirty="0" err="1"/>
              <a:t>of</a:t>
            </a:r>
            <a:r>
              <a:rPr lang="de-DE" dirty="0"/>
              <a:t> </a:t>
            </a:r>
            <a:r>
              <a:rPr lang="de-DE" dirty="0" err="1"/>
              <a:t>sleeping</a:t>
            </a:r>
            <a:r>
              <a:rPr lang="de-DE" dirty="0"/>
              <a:t>, I </a:t>
            </a:r>
            <a:r>
              <a:rPr lang="de-DE" dirty="0" err="1"/>
              <a:t>have</a:t>
            </a:r>
            <a:r>
              <a:rPr lang="de-DE" dirty="0"/>
              <a:t> not </a:t>
            </a:r>
            <a:r>
              <a:rPr lang="de-DE" dirty="0" err="1"/>
              <a:t>begun</a:t>
            </a:r>
            <a:r>
              <a:rPr lang="de-DE" dirty="0"/>
              <a:t> </a:t>
            </a:r>
            <a:r>
              <a:rPr lang="de-DE" dirty="0" err="1"/>
              <a:t>trying</a:t>
            </a:r>
            <a:r>
              <a:rPr lang="de-DE" dirty="0"/>
              <a:t> </a:t>
            </a:r>
            <a:r>
              <a:rPr lang="de-DE" dirty="0" err="1"/>
              <a:t>to</a:t>
            </a:r>
            <a:r>
              <a:rPr lang="de-DE" dirty="0"/>
              <a:t> </a:t>
            </a:r>
            <a:r>
              <a:rPr lang="de-DE" dirty="0" err="1"/>
              <a:t>set</a:t>
            </a:r>
            <a:r>
              <a:rPr lang="de-DE" dirty="0"/>
              <a:t> a </a:t>
            </a:r>
            <a:r>
              <a:rPr lang="de-DE" dirty="0" err="1"/>
              <a:t>rhythm</a:t>
            </a:r>
            <a:r>
              <a:rPr lang="de-DE" dirty="0"/>
              <a:t> </a:t>
            </a:r>
            <a:r>
              <a:rPr lang="de-DE" dirty="0" err="1"/>
              <a:t>yet</a:t>
            </a:r>
            <a:r>
              <a:rPr lang="de-DE" dirty="0"/>
              <a: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 name="Picture 2">
            <a:extLst>
              <a:ext uri="{FF2B5EF4-FFF2-40B4-BE49-F238E27FC236}">
                <a16:creationId xmlns:a16="http://schemas.microsoft.com/office/drawing/2014/main" id="{7CEC7198-6932-457B-ADBB-EF4B2290DF3A}"/>
              </a:ext>
            </a:extLst>
          </p:cNvPr>
          <p:cNvPicPr>
            <a:picLocks noChangeAspect="1"/>
          </p:cNvPicPr>
          <p:nvPr/>
        </p:nvPicPr>
        <p:blipFill>
          <a:blip r:embed="rId3"/>
          <a:stretch>
            <a:fillRect/>
          </a:stretch>
        </p:blipFill>
        <p:spPr>
          <a:xfrm>
            <a:off x="377588" y="2866407"/>
            <a:ext cx="1924335" cy="108243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en-US" noProof="0" dirty="0"/>
              <a:t>It‘s the first week so there‘s not really much to talk about.</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did</a:t>
            </a:r>
            <a:r>
              <a:rPr lang="de-DE" dirty="0"/>
              <a:t> </a:t>
            </a:r>
            <a:r>
              <a:rPr lang="de-DE" dirty="0" err="1"/>
              <a:t>the</a:t>
            </a:r>
            <a:r>
              <a:rPr lang="de-DE" dirty="0"/>
              <a:t> </a:t>
            </a:r>
            <a:r>
              <a:rPr lang="de-DE" dirty="0" err="1"/>
              <a:t>tasks</a:t>
            </a:r>
            <a:r>
              <a:rPr lang="de-DE" dirty="0"/>
              <a:t> but I </a:t>
            </a:r>
            <a:r>
              <a:rPr lang="de-DE" dirty="0" err="1"/>
              <a:t>did</a:t>
            </a:r>
            <a:r>
              <a:rPr lang="de-DE" dirty="0"/>
              <a:t> </a:t>
            </a:r>
            <a:r>
              <a:rPr lang="de-DE" dirty="0" err="1"/>
              <a:t>finished</a:t>
            </a:r>
            <a:r>
              <a:rPr lang="de-DE" dirty="0"/>
              <a:t> </a:t>
            </a:r>
            <a:r>
              <a:rPr lang="de-DE" dirty="0" err="1"/>
              <a:t>them</a:t>
            </a:r>
            <a:r>
              <a:rPr lang="de-DE" dirty="0"/>
              <a:t> </a:t>
            </a:r>
            <a:r>
              <a:rPr lang="de-DE" dirty="0" err="1"/>
              <a:t>too</a:t>
            </a:r>
            <a:r>
              <a:rPr lang="de-DE" dirty="0"/>
              <a:t> fast and so I </a:t>
            </a:r>
            <a:r>
              <a:rPr lang="de-DE" dirty="0" err="1"/>
              <a:t>didn‘t</a:t>
            </a:r>
            <a:r>
              <a:rPr lang="de-DE" dirty="0"/>
              <a:t> </a:t>
            </a:r>
            <a:r>
              <a:rPr lang="de-DE" dirty="0" err="1"/>
              <a:t>reach</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once</a:t>
            </a:r>
            <a:r>
              <a:rPr lang="de-DE" dirty="0"/>
              <a:t> </a:t>
            </a:r>
            <a:r>
              <a:rPr lang="de-DE" dirty="0" err="1"/>
              <a:t>again</a:t>
            </a:r>
            <a:r>
              <a:rPr lang="de-DE" dirty="0"/>
              <a:t>. </a:t>
            </a:r>
            <a:r>
              <a:rPr lang="de-DE" dirty="0" err="1"/>
              <a:t>I‘m</a:t>
            </a:r>
            <a:r>
              <a:rPr lang="de-DE" dirty="0"/>
              <a:t> </a:t>
            </a:r>
            <a:r>
              <a:rPr lang="de-DE" dirty="0" err="1"/>
              <a:t>making</a:t>
            </a:r>
            <a:r>
              <a:rPr lang="de-DE" dirty="0"/>
              <a:t> </a:t>
            </a:r>
            <a:r>
              <a:rPr lang="de-DE" dirty="0" err="1"/>
              <a:t>plans</a:t>
            </a:r>
            <a:r>
              <a:rPr lang="de-DE" dirty="0"/>
              <a:t> </a:t>
            </a:r>
            <a:r>
              <a:rPr lang="de-DE" dirty="0" err="1"/>
              <a:t>to</a:t>
            </a:r>
            <a:r>
              <a:rPr lang="de-DE" dirty="0"/>
              <a:t> </a:t>
            </a:r>
            <a:r>
              <a:rPr lang="de-DE" dirty="0" err="1"/>
              <a:t>implement</a:t>
            </a:r>
            <a:r>
              <a:rPr lang="de-DE" dirty="0"/>
              <a:t> a </a:t>
            </a:r>
            <a:r>
              <a:rPr lang="de-DE" dirty="0" err="1"/>
              <a:t>better</a:t>
            </a:r>
            <a:r>
              <a:rPr lang="de-DE" dirty="0"/>
              <a:t> </a:t>
            </a:r>
            <a:r>
              <a:rPr lang="de-DE" dirty="0" err="1"/>
              <a:t>sleeping</a:t>
            </a:r>
            <a:r>
              <a:rPr lang="de-DE" dirty="0"/>
              <a:t> </a:t>
            </a:r>
            <a:r>
              <a:rPr lang="de-DE" dirty="0" err="1"/>
              <a:t>schedule</a:t>
            </a:r>
            <a:r>
              <a:rPr lang="de-DE" dirty="0"/>
              <a:t>.</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50" name="Picture 2">
            <a:extLst>
              <a:ext uri="{FF2B5EF4-FFF2-40B4-BE49-F238E27FC236}">
                <a16:creationId xmlns:a16="http://schemas.microsoft.com/office/drawing/2014/main" id="{BA973DCA-AA7E-1705-FA32-34E59540D3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8004" y="2866406"/>
            <a:ext cx="1879195" cy="108337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FDC85247-FD09-B0B0-A595-354DC40A53A5}"/>
              </a:ext>
            </a:extLst>
          </p:cNvPr>
          <p:cNvPicPr>
            <a:picLocks noChangeAspect="1"/>
          </p:cNvPicPr>
          <p:nvPr/>
        </p:nvPicPr>
        <p:blipFill>
          <a:blip r:embed="rId4"/>
          <a:stretch>
            <a:fillRect/>
          </a:stretch>
        </p:blipFill>
        <p:spPr>
          <a:xfrm>
            <a:off x="374296" y="2866407"/>
            <a:ext cx="1924334" cy="108243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t>
            </a:r>
            <a:r>
              <a:rPr lang="de-DE" dirty="0"/>
              <a:t>and </a:t>
            </a:r>
            <a:r>
              <a:rPr lang="en-GB" dirty="0"/>
              <a:t>need to learn to finish up my work.</a:t>
            </a:r>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got</a:t>
            </a:r>
            <a:r>
              <a:rPr lang="de-DE" dirty="0"/>
              <a:t> </a:t>
            </a:r>
            <a:r>
              <a:rPr lang="de-DE" dirty="0" err="1"/>
              <a:t>the</a:t>
            </a:r>
            <a:r>
              <a:rPr lang="de-DE" dirty="0"/>
              <a:t> </a:t>
            </a:r>
            <a:r>
              <a:rPr lang="de-DE" dirty="0" err="1"/>
              <a:t>closest</a:t>
            </a:r>
            <a:r>
              <a:rPr lang="de-DE" dirty="0"/>
              <a:t> </a:t>
            </a:r>
            <a:r>
              <a:rPr lang="de-DE" dirty="0" err="1"/>
              <a:t>to</a:t>
            </a:r>
            <a:r>
              <a:rPr lang="de-DE" dirty="0"/>
              <a:t> </a:t>
            </a:r>
            <a:r>
              <a:rPr lang="de-DE" dirty="0" err="1"/>
              <a:t>the</a:t>
            </a:r>
            <a:r>
              <a:rPr lang="de-DE" dirty="0"/>
              <a:t> 40 </a:t>
            </a:r>
            <a:r>
              <a:rPr lang="de-DE" dirty="0" err="1"/>
              <a:t>hours</a:t>
            </a:r>
            <a:r>
              <a:rPr lang="de-DE" dirty="0"/>
              <a:t>, but I </a:t>
            </a:r>
            <a:r>
              <a:rPr lang="de-DE" dirty="0" err="1"/>
              <a:t>have</a:t>
            </a:r>
            <a:r>
              <a:rPr lang="de-DE" dirty="0"/>
              <a:t> not </a:t>
            </a:r>
            <a:r>
              <a:rPr lang="de-DE" dirty="0" err="1"/>
              <a:t>reached</a:t>
            </a:r>
            <a:r>
              <a:rPr lang="de-DE" dirty="0"/>
              <a:t> </a:t>
            </a:r>
            <a:r>
              <a:rPr lang="de-DE" dirty="0" err="1"/>
              <a:t>it</a:t>
            </a:r>
            <a:r>
              <a:rPr lang="de-DE" dirty="0"/>
              <a:t> and I am </a:t>
            </a:r>
            <a:r>
              <a:rPr lang="de-DE" dirty="0" err="1"/>
              <a:t>falling</a:t>
            </a:r>
            <a:r>
              <a:rPr lang="de-DE" dirty="0"/>
              <a:t> </a:t>
            </a:r>
            <a:r>
              <a:rPr lang="de-DE" dirty="0" err="1"/>
              <a:t>more</a:t>
            </a:r>
            <a:r>
              <a:rPr lang="de-DE" dirty="0"/>
              <a:t> </a:t>
            </a:r>
            <a:r>
              <a:rPr lang="de-DE" dirty="0" err="1"/>
              <a:t>behind</a:t>
            </a:r>
            <a:r>
              <a:rPr lang="de-DE" dirty="0"/>
              <a:t> on </a:t>
            </a:r>
            <a:r>
              <a:rPr lang="de-DE" dirty="0" err="1"/>
              <a:t>the</a:t>
            </a:r>
            <a:r>
              <a:rPr lang="de-DE" dirty="0"/>
              <a:t> </a:t>
            </a:r>
            <a:r>
              <a:rPr lang="de-DE" dirty="0" err="1"/>
              <a:t>goal</a:t>
            </a:r>
            <a:r>
              <a:rPr lang="de-DE" dirty="0"/>
              <a:t>. I </a:t>
            </a:r>
            <a:r>
              <a:rPr lang="de-DE" dirty="0" err="1"/>
              <a:t>have</a:t>
            </a:r>
            <a:r>
              <a:rPr lang="de-DE" dirty="0"/>
              <a:t> </a:t>
            </a:r>
            <a:r>
              <a:rPr lang="de-DE" dirty="0" err="1"/>
              <a:t>made</a:t>
            </a:r>
            <a:r>
              <a:rPr lang="de-DE" dirty="0"/>
              <a:t> a plan </a:t>
            </a:r>
            <a:r>
              <a:rPr lang="de-DE" dirty="0" err="1"/>
              <a:t>for</a:t>
            </a:r>
            <a:r>
              <a:rPr lang="de-DE" dirty="0"/>
              <a:t> </a:t>
            </a:r>
            <a:r>
              <a:rPr lang="de-DE" dirty="0" err="1"/>
              <a:t>the</a:t>
            </a:r>
            <a:r>
              <a:rPr lang="de-DE" dirty="0"/>
              <a:t> </a:t>
            </a:r>
            <a:r>
              <a:rPr lang="de-DE" dirty="0" err="1"/>
              <a:t>sleep</a:t>
            </a:r>
            <a:r>
              <a:rPr lang="de-DE" dirty="0"/>
              <a:t> </a:t>
            </a:r>
            <a:r>
              <a:rPr lang="de-DE" dirty="0" err="1"/>
              <a:t>rhythm</a:t>
            </a:r>
            <a:r>
              <a:rPr lang="de-DE" dirty="0"/>
              <a:t> and I am </a:t>
            </a:r>
            <a:r>
              <a:rPr lang="de-DE" dirty="0" err="1"/>
              <a:t>planning</a:t>
            </a:r>
            <a:r>
              <a:rPr lang="de-DE" dirty="0"/>
              <a:t> on </a:t>
            </a:r>
            <a:r>
              <a:rPr lang="de-DE" dirty="0" err="1"/>
              <a:t>implementing</a:t>
            </a:r>
            <a:r>
              <a:rPr lang="de-DE" dirty="0"/>
              <a:t> </a:t>
            </a:r>
            <a:r>
              <a:rPr lang="de-DE" dirty="0" err="1"/>
              <a:t>it</a:t>
            </a:r>
            <a:r>
              <a:rPr lang="de-DE" dirty="0"/>
              <a:t> </a:t>
            </a:r>
            <a:r>
              <a:rPr lang="de-DE" dirty="0" err="1"/>
              <a:t>next</a:t>
            </a:r>
            <a:r>
              <a:rPr lang="de-DE" dirty="0"/>
              <a:t> </a:t>
            </a:r>
            <a:r>
              <a:rPr lang="de-DE" dirty="0" err="1"/>
              <a:t>week</a:t>
            </a:r>
            <a:r>
              <a:rPr lang="de-DE" dirty="0"/>
              <a:t>.</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 name="Picture 5">
            <a:extLst>
              <a:ext uri="{FF2B5EF4-FFF2-40B4-BE49-F238E27FC236}">
                <a16:creationId xmlns:a16="http://schemas.microsoft.com/office/drawing/2014/main" id="{CAB3767A-A1EF-6A0C-A326-146473B25E0F}"/>
              </a:ext>
            </a:extLst>
          </p:cNvPr>
          <p:cNvPicPr>
            <a:picLocks noChangeAspect="1"/>
          </p:cNvPicPr>
          <p:nvPr/>
        </p:nvPicPr>
        <p:blipFill>
          <a:blip r:embed="rId3"/>
          <a:stretch>
            <a:fillRect/>
          </a:stretch>
        </p:blipFill>
        <p:spPr>
          <a:xfrm>
            <a:off x="392493" y="2466316"/>
            <a:ext cx="1609254" cy="2277094"/>
          </a:xfrm>
          <a:prstGeom prst="rect">
            <a:avLst/>
          </a:prstGeom>
        </p:spPr>
      </p:pic>
      <p:pic>
        <p:nvPicPr>
          <p:cNvPr id="2056" name="Picture 8">
            <a:extLst>
              <a:ext uri="{FF2B5EF4-FFF2-40B4-BE49-F238E27FC236}">
                <a16:creationId xmlns:a16="http://schemas.microsoft.com/office/drawing/2014/main" id="{F76278FA-2FF6-2414-68F1-F4AE024933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41744" y="2464664"/>
            <a:ext cx="1609428" cy="22770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US" b="1" noProof="0" dirty="0"/>
              <a:t>Milo </a:t>
            </a:r>
            <a:r>
              <a:rPr lang="en-US" b="1" noProof="0" dirty="0" err="1"/>
              <a:t>Everse</a:t>
            </a:r>
            <a:r>
              <a:rPr lang="en-US" b="1" noProof="0" dirty="0"/>
              <a:t> </a:t>
            </a:r>
            <a:r>
              <a:rPr lang="en-US" noProof="0" dirty="0"/>
              <a:t>Compared to the mentor feedback, the work this week was not sufficient.</a:t>
            </a:r>
          </a:p>
          <a:p>
            <a:pPr marL="0" lvl="0" indent="0" algn="l" rtl="0">
              <a:spcBef>
                <a:spcPts val="800"/>
              </a:spcBef>
              <a:spcAft>
                <a:spcPts val="800"/>
              </a:spcAft>
              <a:buNone/>
            </a:pPr>
            <a:r>
              <a:rPr lang="en" dirty="0"/>
              <a:t>I did not really attempt to adress the mentor feedback this week so during week 4 I will have to try and adress it. Feedback is fair.</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have prepared for the retake and continued working on the task from the other days that I was not sick.</a:t>
            </a:r>
          </a:p>
          <a:p>
            <a:pPr marL="182880" lvl="0" indent="-154940" algn="l" rtl="0">
              <a:spcBef>
                <a:spcPts val="0"/>
              </a:spcBef>
              <a:spcAft>
                <a:spcPts val="0"/>
              </a:spcAft>
              <a:buSzPts val="1000"/>
              <a:buChar char="●"/>
            </a:pPr>
            <a:r>
              <a:rPr lang="en-GB" b="1" dirty="0"/>
              <a:t>Showcase the evidence of your progress </a:t>
            </a:r>
            <a:r>
              <a:rPr lang="en" b="1" dirty="0"/>
              <a:t>(production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en-GB" dirty="0"/>
              <a:t>The week began bad with me being sick but it did turn good as I prepared for the retakes.</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Preparation for the retakes.</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On Tuesday and a bit on Wednesday I was sick, so I fell behind with the tasks for the week.</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the theory behind concepts such as boosting, stacking, voting classifiers, and decision trees.</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Finish some of the work I didn‘t this week.</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Because</a:t>
            </a:r>
            <a:r>
              <a:rPr lang="de-DE" dirty="0"/>
              <a:t> I was sick </a:t>
            </a:r>
            <a:r>
              <a:rPr lang="de-DE" dirty="0" err="1"/>
              <a:t>this</a:t>
            </a:r>
            <a:r>
              <a:rPr lang="de-DE" dirty="0"/>
              <a:t> </a:t>
            </a:r>
            <a:r>
              <a:rPr lang="de-DE" dirty="0" err="1"/>
              <a:t>week</a:t>
            </a:r>
            <a:r>
              <a:rPr lang="de-DE" dirty="0"/>
              <a:t> I </a:t>
            </a:r>
            <a:r>
              <a:rPr lang="de-DE" dirty="0" err="1"/>
              <a:t>fell</a:t>
            </a:r>
            <a:r>
              <a:rPr lang="de-DE" dirty="0"/>
              <a:t> </a:t>
            </a:r>
            <a:r>
              <a:rPr lang="de-DE" dirty="0" err="1"/>
              <a:t>well</a:t>
            </a:r>
            <a:r>
              <a:rPr lang="de-DE" dirty="0"/>
              <a:t> </a:t>
            </a:r>
            <a:r>
              <a:rPr lang="de-DE" dirty="0" err="1"/>
              <a:t>short</a:t>
            </a:r>
            <a:r>
              <a:rPr lang="de-DE" dirty="0"/>
              <a:t> </a:t>
            </a:r>
            <a:r>
              <a:rPr lang="de-DE" dirty="0" err="1"/>
              <a:t>of</a:t>
            </a:r>
            <a:r>
              <a:rPr lang="de-DE" dirty="0"/>
              <a:t> </a:t>
            </a:r>
            <a:r>
              <a:rPr lang="de-DE" dirty="0" err="1"/>
              <a:t>the</a:t>
            </a:r>
            <a:r>
              <a:rPr lang="de-DE" dirty="0"/>
              <a:t> 40 </a:t>
            </a:r>
            <a:r>
              <a:rPr lang="de-DE" dirty="0" err="1"/>
              <a:t>hours</a:t>
            </a:r>
            <a:r>
              <a:rPr lang="de-DE" dirty="0"/>
              <a:t>. </a:t>
            </a:r>
            <a:r>
              <a:rPr lang="de-DE" dirty="0" err="1"/>
              <a:t>Considering</a:t>
            </a:r>
            <a:r>
              <a:rPr lang="de-DE" dirty="0"/>
              <a:t> </a:t>
            </a:r>
            <a:r>
              <a:rPr lang="de-DE" dirty="0" err="1"/>
              <a:t>we</a:t>
            </a:r>
            <a:r>
              <a:rPr lang="de-DE" dirty="0"/>
              <a:t> </a:t>
            </a:r>
            <a:r>
              <a:rPr lang="de-DE" dirty="0" err="1"/>
              <a:t>are</a:t>
            </a:r>
            <a:r>
              <a:rPr lang="de-DE" dirty="0"/>
              <a:t> </a:t>
            </a:r>
            <a:r>
              <a:rPr lang="de-DE" dirty="0" err="1"/>
              <a:t>halfway</a:t>
            </a:r>
            <a:r>
              <a:rPr lang="de-DE" dirty="0"/>
              <a:t> </a:t>
            </a:r>
            <a:r>
              <a:rPr lang="de-DE" dirty="0" err="1"/>
              <a:t>through</a:t>
            </a:r>
            <a:r>
              <a:rPr lang="de-DE" dirty="0"/>
              <a:t> </a:t>
            </a:r>
            <a:r>
              <a:rPr lang="de-DE" dirty="0" err="1"/>
              <a:t>this</a:t>
            </a:r>
            <a:r>
              <a:rPr lang="de-DE" dirty="0"/>
              <a:t> block, I </a:t>
            </a:r>
            <a:r>
              <a:rPr lang="de-DE" dirty="0" err="1"/>
              <a:t>may</a:t>
            </a:r>
            <a:r>
              <a:rPr lang="de-DE" dirty="0"/>
              <a:t> </a:t>
            </a:r>
            <a:r>
              <a:rPr lang="de-DE" dirty="0" err="1"/>
              <a:t>need</a:t>
            </a:r>
            <a:r>
              <a:rPr lang="de-DE" dirty="0"/>
              <a:t> </a:t>
            </a:r>
            <a:r>
              <a:rPr lang="de-DE" dirty="0" err="1"/>
              <a:t>to</a:t>
            </a:r>
            <a:r>
              <a:rPr lang="de-DE" dirty="0"/>
              <a:t> </a:t>
            </a:r>
            <a:r>
              <a:rPr lang="de-DE" dirty="0" err="1"/>
              <a:t>think</a:t>
            </a:r>
            <a:r>
              <a:rPr lang="de-DE" dirty="0"/>
              <a:t> </a:t>
            </a:r>
            <a:r>
              <a:rPr lang="de-DE" dirty="0" err="1"/>
              <a:t>about</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My </a:t>
            </a:r>
            <a:r>
              <a:rPr lang="de-DE" dirty="0" err="1"/>
              <a:t>second</a:t>
            </a:r>
            <a:r>
              <a:rPr lang="de-DE" dirty="0"/>
              <a:t> </a:t>
            </a:r>
            <a:r>
              <a:rPr lang="de-DE" dirty="0" err="1"/>
              <a:t>goal</a:t>
            </a:r>
            <a:r>
              <a:rPr lang="de-DE" dirty="0"/>
              <a:t> </a:t>
            </a:r>
            <a:r>
              <a:rPr lang="de-DE" dirty="0" err="1"/>
              <a:t>has</a:t>
            </a:r>
            <a:r>
              <a:rPr lang="de-DE" dirty="0"/>
              <a:t> </a:t>
            </a:r>
            <a:r>
              <a:rPr lang="de-DE" dirty="0" err="1"/>
              <a:t>been</a:t>
            </a:r>
            <a:r>
              <a:rPr lang="de-DE" dirty="0"/>
              <a:t> </a:t>
            </a:r>
            <a:r>
              <a:rPr lang="de-DE" dirty="0" err="1"/>
              <a:t>helped</a:t>
            </a:r>
            <a:r>
              <a:rPr lang="de-DE" dirty="0"/>
              <a:t> </a:t>
            </a:r>
            <a:r>
              <a:rPr lang="de-DE" dirty="0" err="1"/>
              <a:t>by</a:t>
            </a:r>
            <a:r>
              <a:rPr lang="de-DE" dirty="0"/>
              <a:t> </a:t>
            </a:r>
            <a:r>
              <a:rPr lang="de-DE" dirty="0" err="1"/>
              <a:t>the</a:t>
            </a:r>
            <a:r>
              <a:rPr lang="de-DE" dirty="0"/>
              <a:t> </a:t>
            </a:r>
            <a:r>
              <a:rPr lang="de-DE" dirty="0" err="1"/>
              <a:t>sickness</a:t>
            </a:r>
            <a:r>
              <a:rPr lang="de-DE" dirty="0"/>
              <a:t> </a:t>
            </a:r>
            <a:r>
              <a:rPr lang="de-DE" dirty="0" err="1"/>
              <a:t>though</a:t>
            </a:r>
            <a:r>
              <a:rPr lang="de-DE" dirty="0"/>
              <a:t> </a:t>
            </a:r>
            <a:r>
              <a:rPr lang="de-DE" dirty="0" err="1"/>
              <a:t>as</a:t>
            </a:r>
            <a:r>
              <a:rPr lang="de-DE" dirty="0"/>
              <a:t> I </a:t>
            </a:r>
            <a:r>
              <a:rPr lang="de-DE" dirty="0" err="1"/>
              <a:t>have</a:t>
            </a:r>
            <a:r>
              <a:rPr lang="de-DE" dirty="0"/>
              <a:t> </a:t>
            </a:r>
            <a:r>
              <a:rPr lang="de-DE" dirty="0" err="1"/>
              <a:t>managed</a:t>
            </a:r>
            <a:r>
              <a:rPr lang="de-DE" dirty="0"/>
              <a:t> </a:t>
            </a:r>
            <a:r>
              <a:rPr lang="de-DE" dirty="0" err="1"/>
              <a:t>to</a:t>
            </a:r>
            <a:r>
              <a:rPr lang="de-DE" dirty="0"/>
              <a:t> </a:t>
            </a:r>
            <a:r>
              <a:rPr lang="de-DE" dirty="0" err="1"/>
              <a:t>somewhat</a:t>
            </a:r>
            <a:r>
              <a:rPr lang="de-DE" dirty="0"/>
              <a:t> </a:t>
            </a:r>
            <a:r>
              <a:rPr lang="de-DE" dirty="0" err="1"/>
              <a:t>keep</a:t>
            </a:r>
            <a:r>
              <a:rPr lang="de-DE" dirty="0"/>
              <a:t> </a:t>
            </a:r>
            <a:r>
              <a:rPr lang="de-DE" dirty="0" err="1"/>
              <a:t>to</a:t>
            </a:r>
            <a:r>
              <a:rPr lang="de-DE" dirty="0"/>
              <a:t> </a:t>
            </a:r>
            <a:r>
              <a:rPr lang="de-DE" dirty="0" err="1"/>
              <a:t>the</a:t>
            </a:r>
            <a:r>
              <a:rPr lang="de-DE" dirty="0"/>
              <a:t> plan I </a:t>
            </a:r>
            <a:r>
              <a:rPr lang="de-DE" dirty="0" err="1"/>
              <a:t>made</a:t>
            </a:r>
            <a:r>
              <a:rPr lang="de-DE" dirty="0"/>
              <a:t> in </a:t>
            </a:r>
            <a:r>
              <a:rPr lang="de-DE" dirty="0" err="1"/>
              <a:t>the</a:t>
            </a:r>
            <a:r>
              <a:rPr lang="de-DE" dirty="0"/>
              <a:t> </a:t>
            </a:r>
            <a:r>
              <a:rPr lang="de-DE" dirty="0" err="1"/>
              <a:t>previous</a:t>
            </a:r>
            <a:r>
              <a:rPr lang="de-DE" dirty="0"/>
              <a:t> </a:t>
            </a:r>
            <a:r>
              <a:rPr lang="de-DE" dirty="0" err="1"/>
              <a:t>weeks</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 name="Picture 8">
            <a:extLst>
              <a:ext uri="{FF2B5EF4-FFF2-40B4-BE49-F238E27FC236}">
                <a16:creationId xmlns:a16="http://schemas.microsoft.com/office/drawing/2014/main" id="{CBA32D6A-5FA5-7B30-0949-636FC4982A7E}"/>
              </a:ext>
            </a:extLst>
          </p:cNvPr>
          <p:cNvPicPr>
            <a:picLocks noChangeAspect="1"/>
          </p:cNvPicPr>
          <p:nvPr/>
        </p:nvPicPr>
        <p:blipFill>
          <a:blip r:embed="rId3"/>
          <a:stretch>
            <a:fillRect/>
          </a:stretch>
        </p:blipFill>
        <p:spPr>
          <a:xfrm>
            <a:off x="374296" y="2866406"/>
            <a:ext cx="1924334" cy="1059510"/>
          </a:xfrm>
          <a:prstGeom prst="rect">
            <a:avLst/>
          </a:prstGeom>
        </p:spPr>
      </p:pic>
      <p:pic>
        <p:nvPicPr>
          <p:cNvPr id="5" name="Picture 2">
            <a:extLst>
              <a:ext uri="{FF2B5EF4-FFF2-40B4-BE49-F238E27FC236}">
                <a16:creationId xmlns:a16="http://schemas.microsoft.com/office/drawing/2014/main" id="{BC1E6E25-C7A1-20B8-2698-3072AB3335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4712" y="2613158"/>
            <a:ext cx="1614511" cy="2089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What goal(s) did you set for this week?</a:t>
            </a:r>
          </a:p>
          <a:p>
            <a:pPr marL="182880" lvl="0" indent="-154940" algn="l" rtl="0">
              <a:spcBef>
                <a:spcPts val="0"/>
              </a:spcBef>
              <a:spcAft>
                <a:spcPts val="0"/>
              </a:spcAft>
              <a:buSzPts val="1000"/>
              <a:buChar char="●"/>
            </a:pPr>
            <a:r>
              <a:rPr lang="en-GB" dirty="0"/>
              <a:t>My goal this week is to continue working on the tasks for this week and to catch up on the missed tasks from last week.</a:t>
            </a:r>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did the Python exam on Monday and continued working as planned for the rest of the week.</a:t>
            </a:r>
          </a:p>
          <a:p>
            <a:pPr marL="182880" lvl="0" indent="-154940" algn="l" rtl="0">
              <a:spcBef>
                <a:spcPts val="0"/>
              </a:spcBef>
              <a:spcAft>
                <a:spcPts val="0"/>
              </a:spcAft>
              <a:buSzPts val="1000"/>
              <a:buChar char="●"/>
            </a:pPr>
            <a:r>
              <a:rPr lang="en-GB"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How did the week go? </a:t>
            </a:r>
          </a:p>
          <a:p>
            <a:pPr marL="182880" lvl="0" indent="-154940" algn="l" rtl="0">
              <a:spcBef>
                <a:spcPts val="0"/>
              </a:spcBef>
              <a:spcAft>
                <a:spcPts val="0"/>
              </a:spcAft>
              <a:buSzPts val="1000"/>
              <a:buChar char="●"/>
            </a:pPr>
            <a:r>
              <a:rPr lang="en-GB" dirty="0"/>
              <a:t>The week went well.</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The python retake on Monday.</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Evidencing in the Work- and Learning Logs.</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more machine learning concepts from the book.</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To have me evidence my work in the logs correctly.</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While</a:t>
            </a:r>
            <a:r>
              <a:rPr lang="de-DE" dirty="0"/>
              <a:t> I </a:t>
            </a:r>
            <a:r>
              <a:rPr lang="de-DE" dirty="0" err="1"/>
              <a:t>came</a:t>
            </a:r>
            <a:r>
              <a:rPr lang="de-DE" dirty="0"/>
              <a:t> </a:t>
            </a:r>
            <a:r>
              <a:rPr lang="de-DE" dirty="0" err="1"/>
              <a:t>closer</a:t>
            </a:r>
            <a:r>
              <a:rPr lang="de-DE" dirty="0"/>
              <a:t> </a:t>
            </a:r>
            <a:r>
              <a:rPr lang="de-DE" dirty="0" err="1"/>
              <a:t>this</a:t>
            </a:r>
            <a:r>
              <a:rPr lang="de-DE" dirty="0"/>
              <a:t> </a:t>
            </a:r>
            <a:r>
              <a:rPr lang="de-DE" dirty="0" err="1"/>
              <a:t>week</a:t>
            </a:r>
            <a:r>
              <a:rPr lang="de-DE" dirty="0"/>
              <a:t> </a:t>
            </a:r>
            <a:r>
              <a:rPr lang="de-DE" dirty="0" err="1"/>
              <a:t>than</a:t>
            </a:r>
            <a:r>
              <a:rPr lang="de-DE" dirty="0"/>
              <a:t> last </a:t>
            </a:r>
            <a:r>
              <a:rPr lang="de-DE" dirty="0" err="1"/>
              <a:t>week</a:t>
            </a:r>
            <a:r>
              <a:rPr lang="de-DE" dirty="0"/>
              <a:t> </a:t>
            </a:r>
            <a:r>
              <a:rPr lang="de-DE" dirty="0" err="1"/>
              <a:t>to</a:t>
            </a:r>
            <a:r>
              <a:rPr lang="de-DE" dirty="0"/>
              <a:t> </a:t>
            </a:r>
            <a:r>
              <a:rPr lang="de-DE" dirty="0" err="1"/>
              <a:t>the</a:t>
            </a:r>
            <a:r>
              <a:rPr lang="de-DE" dirty="0"/>
              <a:t> 40 </a:t>
            </a:r>
            <a:r>
              <a:rPr lang="de-DE" dirty="0" err="1"/>
              <a:t>hours</a:t>
            </a:r>
            <a:r>
              <a:rPr lang="de-DE" dirty="0"/>
              <a:t>, I still </a:t>
            </a:r>
            <a:r>
              <a:rPr lang="de-DE" dirty="0" err="1"/>
              <a:t>fell</a:t>
            </a:r>
            <a:r>
              <a:rPr lang="de-DE" dirty="0"/>
              <a:t> </a:t>
            </a:r>
            <a:r>
              <a:rPr lang="de-DE" dirty="0" err="1"/>
              <a:t>short</a:t>
            </a:r>
            <a:r>
              <a:rPr lang="de-DE" dirty="0"/>
              <a:t>. </a:t>
            </a:r>
            <a:r>
              <a:rPr lang="de-DE" dirty="0" err="1"/>
              <a:t>During</a:t>
            </a:r>
            <a:r>
              <a:rPr lang="de-DE" dirty="0"/>
              <a:t> </a:t>
            </a:r>
            <a:r>
              <a:rPr lang="de-DE" dirty="0" err="1"/>
              <a:t>the</a:t>
            </a:r>
            <a:r>
              <a:rPr lang="de-DE" dirty="0"/>
              <a:t> </a:t>
            </a:r>
            <a:r>
              <a:rPr lang="de-DE" dirty="0" err="1"/>
              <a:t>vacation</a:t>
            </a:r>
            <a:r>
              <a:rPr lang="de-DE" dirty="0"/>
              <a:t> I </a:t>
            </a:r>
            <a:r>
              <a:rPr lang="de-DE" dirty="0" err="1"/>
              <a:t>may</a:t>
            </a:r>
            <a:r>
              <a:rPr lang="de-DE" dirty="0"/>
              <a:t> </a:t>
            </a:r>
            <a:r>
              <a:rPr lang="de-DE" dirty="0" err="1"/>
              <a:t>consider</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I </a:t>
            </a:r>
            <a:r>
              <a:rPr lang="de-DE" dirty="0" err="1"/>
              <a:t>have</a:t>
            </a:r>
            <a:r>
              <a:rPr lang="de-DE" dirty="0"/>
              <a:t> </a:t>
            </a:r>
            <a:r>
              <a:rPr lang="de-DE" dirty="0" err="1"/>
              <a:t>kept</a:t>
            </a:r>
            <a:r>
              <a:rPr lang="de-DE" dirty="0"/>
              <a:t> </a:t>
            </a:r>
            <a:r>
              <a:rPr lang="de-DE" dirty="0" err="1"/>
              <a:t>to</a:t>
            </a:r>
            <a:r>
              <a:rPr lang="de-DE" dirty="0"/>
              <a:t> </a:t>
            </a:r>
            <a:r>
              <a:rPr lang="de-DE" dirty="0" err="1"/>
              <a:t>my</a:t>
            </a:r>
            <a:r>
              <a:rPr lang="de-DE" dirty="0"/>
              <a:t> plan in </a:t>
            </a:r>
            <a:r>
              <a:rPr lang="de-DE" dirty="0" err="1"/>
              <a:t>regards</a:t>
            </a:r>
            <a:r>
              <a:rPr lang="de-DE" dirty="0"/>
              <a:t> </a:t>
            </a:r>
            <a:r>
              <a:rPr lang="de-DE" dirty="0" err="1"/>
              <a:t>to</a:t>
            </a:r>
            <a:r>
              <a:rPr lang="de-DE" dirty="0"/>
              <a:t> </a:t>
            </a:r>
            <a:r>
              <a:rPr lang="de-DE" dirty="0" err="1"/>
              <a:t>my</a:t>
            </a:r>
            <a:r>
              <a:rPr lang="de-DE" dirty="0"/>
              <a:t> </a:t>
            </a:r>
            <a:r>
              <a:rPr lang="de-DE" dirty="0" err="1"/>
              <a:t>sleeping</a:t>
            </a:r>
            <a:r>
              <a:rPr lang="de-DE" dirty="0"/>
              <a:t> </a:t>
            </a:r>
            <a:r>
              <a:rPr lang="de-DE" dirty="0" err="1"/>
              <a:t>rhythm</a:t>
            </a:r>
            <a:r>
              <a:rPr lang="de-DE" dirty="0"/>
              <a:t> </a:t>
            </a:r>
            <a:r>
              <a:rPr lang="de-DE" dirty="0" err="1"/>
              <a:t>this</a:t>
            </a:r>
            <a:r>
              <a:rPr lang="de-DE" dirty="0"/>
              <a:t> </a:t>
            </a:r>
            <a:r>
              <a:rPr lang="de-DE" dirty="0" err="1"/>
              <a:t>week</a:t>
            </a:r>
            <a:r>
              <a:rPr lang="de-DE" dirty="0"/>
              <a:t>, but </a:t>
            </a:r>
            <a:r>
              <a:rPr lang="de-DE" dirty="0" err="1"/>
              <a:t>with</a:t>
            </a:r>
            <a:r>
              <a:rPr lang="de-DE" dirty="0"/>
              <a:t> </a:t>
            </a:r>
            <a:r>
              <a:rPr lang="de-DE" dirty="0" err="1"/>
              <a:t>the</a:t>
            </a:r>
            <a:r>
              <a:rPr lang="de-DE" dirty="0"/>
              <a:t> </a:t>
            </a:r>
            <a:r>
              <a:rPr lang="de-DE" dirty="0" err="1"/>
              <a:t>two</a:t>
            </a:r>
            <a:r>
              <a:rPr lang="de-DE" dirty="0"/>
              <a:t> </a:t>
            </a:r>
            <a:r>
              <a:rPr lang="de-DE" dirty="0" err="1"/>
              <a:t>weeks</a:t>
            </a:r>
            <a:r>
              <a:rPr lang="de-DE" dirty="0"/>
              <a:t> </a:t>
            </a:r>
            <a:r>
              <a:rPr lang="de-DE" dirty="0" err="1"/>
              <a:t>of</a:t>
            </a:r>
            <a:r>
              <a:rPr lang="de-DE" dirty="0"/>
              <a:t> </a:t>
            </a:r>
            <a:r>
              <a:rPr lang="de-DE" dirty="0" err="1"/>
              <a:t>vacation</a:t>
            </a:r>
            <a:r>
              <a:rPr lang="de-DE" dirty="0"/>
              <a:t>, </a:t>
            </a: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22" name="Picture 2">
            <a:extLst>
              <a:ext uri="{FF2B5EF4-FFF2-40B4-BE49-F238E27FC236}">
                <a16:creationId xmlns:a16="http://schemas.microsoft.com/office/drawing/2014/main" id="{1A79F97C-553F-5195-59F9-BF44C2D7D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918"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50BFEA5-B8D0-2FFB-0C0D-8AFACC4850AA}"/>
              </a:ext>
            </a:extLst>
          </p:cNvPr>
          <p:cNvPicPr>
            <a:picLocks noChangeAspect="1"/>
          </p:cNvPicPr>
          <p:nvPr/>
        </p:nvPicPr>
        <p:blipFill>
          <a:blip r:embed="rId4"/>
          <a:stretch>
            <a:fillRect/>
          </a:stretch>
        </p:blipFill>
        <p:spPr>
          <a:xfrm>
            <a:off x="1223594" y="4060755"/>
            <a:ext cx="1801504" cy="1013346"/>
          </a:xfrm>
          <a:prstGeom prst="rect">
            <a:avLst/>
          </a:prstGeom>
        </p:spPr>
      </p:pic>
      <p:pic>
        <p:nvPicPr>
          <p:cNvPr id="5126" name="Picture 6">
            <a:extLst>
              <a:ext uri="{FF2B5EF4-FFF2-40B4-BE49-F238E27FC236}">
                <a16:creationId xmlns:a16="http://schemas.microsoft.com/office/drawing/2014/main" id="{29080C3F-72DF-FC1E-E021-3E6A83D8F3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78281"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a:extLst>
              <a:ext uri="{FF2B5EF4-FFF2-40B4-BE49-F238E27FC236}">
                <a16:creationId xmlns:a16="http://schemas.microsoft.com/office/drawing/2014/main" id="{42898FC9-B426-7831-7F54-CE23F148AB3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20645" y="2577662"/>
            <a:ext cx="998794" cy="1413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err="1"/>
              <a:t>During</a:t>
            </a:r>
            <a:r>
              <a:rPr lang="de-DE" dirty="0"/>
              <a:t> </a:t>
            </a:r>
            <a:r>
              <a:rPr lang="de-DE" dirty="0" err="1"/>
              <a:t>the</a:t>
            </a:r>
            <a:r>
              <a:rPr lang="de-DE" dirty="0"/>
              <a:t> </a:t>
            </a:r>
            <a:r>
              <a:rPr lang="de-DE" dirty="0" err="1"/>
              <a:t>vacation</a:t>
            </a:r>
            <a:r>
              <a:rPr lang="de-DE" dirty="0"/>
              <a:t>, I </a:t>
            </a:r>
            <a:r>
              <a:rPr lang="de-DE" dirty="0" err="1"/>
              <a:t>have</a:t>
            </a:r>
            <a:r>
              <a:rPr lang="de-DE" dirty="0"/>
              <a:t> </a:t>
            </a:r>
            <a:r>
              <a:rPr lang="de-DE" dirty="0" err="1"/>
              <a:t>readjusted</a:t>
            </a:r>
            <a:r>
              <a:rPr lang="de-DE" dirty="0"/>
              <a:t> </a:t>
            </a:r>
            <a:r>
              <a:rPr lang="de-DE" dirty="0" err="1"/>
              <a:t>my</a:t>
            </a:r>
            <a:r>
              <a:rPr lang="de-DE" dirty="0"/>
              <a:t> </a:t>
            </a:r>
            <a:r>
              <a:rPr lang="de-DE" dirty="0" err="1"/>
              <a:t>first</a:t>
            </a:r>
            <a:r>
              <a:rPr lang="de-DE" dirty="0"/>
              <a:t> Smarter </a:t>
            </a:r>
            <a:r>
              <a:rPr lang="de-DE" dirty="0" err="1"/>
              <a:t>goal</a:t>
            </a:r>
            <a:r>
              <a:rPr lang="de-DE" dirty="0"/>
              <a:t> </a:t>
            </a:r>
            <a:r>
              <a:rPr lang="de-DE" dirty="0" err="1"/>
              <a:t>from</a:t>
            </a:r>
            <a:r>
              <a:rPr lang="de-DE" dirty="0"/>
              <a:t> 320 </a:t>
            </a:r>
            <a:r>
              <a:rPr lang="de-DE" dirty="0" err="1"/>
              <a:t>hours</a:t>
            </a:r>
            <a:r>
              <a:rPr lang="de-DE" dirty="0"/>
              <a:t> down </a:t>
            </a:r>
            <a:r>
              <a:rPr lang="de-DE" dirty="0" err="1"/>
              <a:t>to</a:t>
            </a:r>
            <a:r>
              <a:rPr lang="de-DE" dirty="0"/>
              <a:t> 240 </a:t>
            </a:r>
            <a:r>
              <a:rPr lang="de-DE" dirty="0" err="1"/>
              <a:t>hours</a:t>
            </a:r>
            <a:r>
              <a:rPr lang="de-DE" dirty="0"/>
              <a:t>, at 30 </a:t>
            </a:r>
            <a:r>
              <a:rPr lang="de-DE" dirty="0" err="1"/>
              <a:t>hours</a:t>
            </a:r>
            <a:r>
              <a:rPr lang="de-DE" dirty="0"/>
              <a:t> per </a:t>
            </a:r>
            <a:r>
              <a:rPr lang="de-DE" dirty="0" err="1"/>
              <a:t>week</a:t>
            </a:r>
            <a:r>
              <a:rPr lang="de-DE" dirty="0"/>
              <a:t>, and I </a:t>
            </a:r>
            <a:r>
              <a:rPr lang="de-DE" dirty="0" err="1"/>
              <a:t>hope</a:t>
            </a:r>
            <a:r>
              <a:rPr lang="de-DE" dirty="0"/>
              <a:t> </a:t>
            </a:r>
            <a:r>
              <a:rPr lang="de-DE" dirty="0" err="1"/>
              <a:t>to</a:t>
            </a:r>
            <a:r>
              <a:rPr lang="de-DE" dirty="0"/>
              <a:t> not </a:t>
            </a:r>
            <a:r>
              <a:rPr lang="de-DE" dirty="0" err="1"/>
              <a:t>need</a:t>
            </a:r>
            <a:r>
              <a:rPr lang="de-DE" dirty="0"/>
              <a:t> </a:t>
            </a:r>
            <a:r>
              <a:rPr lang="de-DE" dirty="0" err="1"/>
              <a:t>to</a:t>
            </a:r>
            <a:r>
              <a:rPr lang="de-DE" dirty="0"/>
              <a:t> </a:t>
            </a:r>
            <a:r>
              <a:rPr lang="de-DE" dirty="0" err="1"/>
              <a:t>readjust</a:t>
            </a:r>
            <a:r>
              <a:rPr lang="de-DE" dirty="0"/>
              <a:t> </a:t>
            </a:r>
            <a:r>
              <a:rPr lang="de-DE" dirty="0" err="1"/>
              <a:t>it</a:t>
            </a:r>
            <a:r>
              <a:rPr lang="de-DE" dirty="0"/>
              <a:t> </a:t>
            </a:r>
            <a:r>
              <a:rPr lang="de-DE" dirty="0" err="1"/>
              <a:t>again</a:t>
            </a:r>
            <a:r>
              <a:rPr lang="de-DE" dirty="0"/>
              <a:t> after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My </a:t>
            </a:r>
            <a:r>
              <a:rPr lang="de-DE" dirty="0" err="1"/>
              <a:t>sleep</a:t>
            </a:r>
            <a:r>
              <a:rPr lang="de-DE" dirty="0"/>
              <a:t> </a:t>
            </a:r>
            <a:r>
              <a:rPr lang="de-DE" dirty="0" err="1"/>
              <a:t>rhythm</a:t>
            </a:r>
            <a:r>
              <a:rPr lang="de-DE" dirty="0"/>
              <a:t> </a:t>
            </a:r>
            <a:r>
              <a:rPr lang="de-DE" dirty="0" err="1"/>
              <a:t>has</a:t>
            </a:r>
            <a:r>
              <a:rPr lang="de-DE" dirty="0"/>
              <a:t> also </a:t>
            </a:r>
            <a:r>
              <a:rPr lang="de-DE" dirty="0" err="1"/>
              <a:t>been</a:t>
            </a:r>
            <a:r>
              <a:rPr lang="de-DE" dirty="0"/>
              <a:t> </a:t>
            </a:r>
            <a:r>
              <a:rPr lang="de-DE" dirty="0" err="1"/>
              <a:t>broken</a:t>
            </a:r>
            <a:r>
              <a:rPr lang="de-DE" dirty="0"/>
              <a:t> </a:t>
            </a:r>
            <a:r>
              <a:rPr lang="de-DE" dirty="0" err="1"/>
              <a:t>up</a:t>
            </a:r>
            <a:r>
              <a:rPr lang="de-DE" dirty="0"/>
              <a:t> </a:t>
            </a:r>
            <a:r>
              <a:rPr lang="de-DE" dirty="0" err="1"/>
              <a:t>by</a:t>
            </a:r>
            <a:r>
              <a:rPr lang="de-DE" dirty="0"/>
              <a:t> </a:t>
            </a:r>
            <a:r>
              <a:rPr lang="de-DE" dirty="0" err="1"/>
              <a:t>the</a:t>
            </a:r>
            <a:r>
              <a:rPr lang="de-DE" dirty="0"/>
              <a:t> </a:t>
            </a:r>
            <a:r>
              <a:rPr lang="de-DE" dirty="0" err="1"/>
              <a:t>vacation</a:t>
            </a:r>
            <a:r>
              <a:rPr lang="de-DE" dirty="0"/>
              <a:t> </a:t>
            </a:r>
            <a:r>
              <a:rPr lang="de-DE" dirty="0" err="1"/>
              <a:t>as</a:t>
            </a:r>
            <a:r>
              <a:rPr lang="de-DE" dirty="0"/>
              <a:t> I </a:t>
            </a:r>
            <a:r>
              <a:rPr lang="de-DE" dirty="0" err="1"/>
              <a:t>went</a:t>
            </a:r>
            <a:r>
              <a:rPr lang="de-DE" dirty="0"/>
              <a:t> </a:t>
            </a:r>
            <a:r>
              <a:rPr lang="de-DE" dirty="0" err="1"/>
              <a:t>to</a:t>
            </a:r>
            <a:r>
              <a:rPr lang="de-DE" dirty="0"/>
              <a:t> a different </a:t>
            </a:r>
            <a:r>
              <a:rPr lang="de-DE" dirty="0" err="1"/>
              <a:t>country</a:t>
            </a:r>
            <a:r>
              <a:rPr lang="de-DE" dirty="0"/>
              <a:t> </a:t>
            </a:r>
            <a:r>
              <a:rPr lang="de-DE" dirty="0" err="1"/>
              <a:t>where</a:t>
            </a:r>
            <a:r>
              <a:rPr lang="de-DE" dirty="0"/>
              <a:t> </a:t>
            </a:r>
            <a:r>
              <a:rPr lang="de-DE" dirty="0" err="1"/>
              <a:t>sunrise</a:t>
            </a:r>
            <a:r>
              <a:rPr lang="de-DE" dirty="0"/>
              <a:t> and </a:t>
            </a:r>
            <a:r>
              <a:rPr lang="de-DE" dirty="0" err="1"/>
              <a:t>sunset</a:t>
            </a:r>
            <a:r>
              <a:rPr lang="de-DE" dirty="0"/>
              <a:t> </a:t>
            </a:r>
            <a:r>
              <a:rPr lang="de-DE" dirty="0" err="1"/>
              <a:t>are</a:t>
            </a:r>
            <a:r>
              <a:rPr lang="de-DE" dirty="0"/>
              <a:t> at different </a:t>
            </a:r>
            <a:r>
              <a:rPr lang="de-DE" dirty="0" err="1"/>
              <a:t>times</a:t>
            </a:r>
            <a:r>
              <a:rPr lang="de-DE" dirty="0"/>
              <a:t>. I </a:t>
            </a:r>
            <a:r>
              <a:rPr lang="de-DE" dirty="0" err="1"/>
              <a:t>have</a:t>
            </a:r>
            <a:r>
              <a:rPr lang="de-DE" dirty="0"/>
              <a:t> </a:t>
            </a:r>
            <a:r>
              <a:rPr lang="de-DE" dirty="0" err="1"/>
              <a:t>to</a:t>
            </a:r>
            <a:r>
              <a:rPr lang="de-DE" dirty="0"/>
              <a:t> </a:t>
            </a:r>
            <a:r>
              <a:rPr lang="de-DE" dirty="0" err="1"/>
              <a:t>re-adjust</a:t>
            </a:r>
            <a:r>
              <a:rPr lang="de-DE" dirty="0"/>
              <a:t> </a:t>
            </a:r>
            <a:r>
              <a:rPr lang="de-DE" dirty="0" err="1"/>
              <a:t>again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46" name="Picture 2">
            <a:extLst>
              <a:ext uri="{FF2B5EF4-FFF2-40B4-BE49-F238E27FC236}">
                <a16:creationId xmlns:a16="http://schemas.microsoft.com/office/drawing/2014/main" id="{D351CC03-BF26-FBBE-BBC7-E5BE62F1A0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949" y="2795663"/>
            <a:ext cx="1906660" cy="109921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B68B7D86-0C02-1B2E-04B0-81DE54DE1D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464" y="2795662"/>
            <a:ext cx="1906661" cy="109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caught</a:t>
            </a:r>
            <a:r>
              <a:rPr lang="de-DE" dirty="0"/>
              <a:t> </a:t>
            </a:r>
            <a:r>
              <a:rPr lang="de-DE" dirty="0" err="1"/>
              <a:t>up</a:t>
            </a:r>
            <a:r>
              <a:rPr lang="de-DE" dirty="0"/>
              <a:t> on all </a:t>
            </a:r>
            <a:r>
              <a:rPr lang="de-DE" dirty="0" err="1"/>
              <a:t>tasks</a:t>
            </a:r>
            <a:r>
              <a:rPr lang="de-DE" dirty="0"/>
              <a:t> bar 1 I </a:t>
            </a:r>
            <a:r>
              <a:rPr lang="de-DE" dirty="0" err="1"/>
              <a:t>missed</a:t>
            </a:r>
            <a:r>
              <a:rPr lang="de-DE" dirty="0"/>
              <a:t>, </a:t>
            </a:r>
            <a:r>
              <a:rPr lang="de-DE" dirty="0" err="1"/>
              <a:t>which</a:t>
            </a:r>
            <a:r>
              <a:rPr lang="de-DE" dirty="0"/>
              <a:t> I </a:t>
            </a:r>
            <a:r>
              <a:rPr lang="de-DE" dirty="0" err="1"/>
              <a:t>have</a:t>
            </a:r>
            <a:r>
              <a:rPr lang="de-DE" dirty="0"/>
              <a:t> </a:t>
            </a:r>
            <a:r>
              <a:rPr lang="de-DE" dirty="0" err="1"/>
              <a:t>begun</a:t>
            </a:r>
            <a:r>
              <a:rPr lang="de-DE" dirty="0"/>
              <a:t> </a:t>
            </a:r>
            <a:r>
              <a:rPr lang="de-DE" dirty="0" err="1"/>
              <a:t>working</a:t>
            </a:r>
            <a:r>
              <a:rPr lang="de-DE" dirty="0"/>
              <a:t> on at </a:t>
            </a:r>
            <a:r>
              <a:rPr lang="de-DE" dirty="0" err="1"/>
              <a:t>the</a:t>
            </a:r>
            <a:r>
              <a:rPr lang="de-DE" dirty="0"/>
              <a:t> </a:t>
            </a:r>
            <a:r>
              <a:rPr lang="de-DE" dirty="0" err="1"/>
              <a:t>start</a:t>
            </a:r>
            <a:r>
              <a:rPr lang="de-DE" dirty="0"/>
              <a:t> </a:t>
            </a:r>
            <a:r>
              <a:rPr lang="de-DE" dirty="0" err="1"/>
              <a:t>of</a:t>
            </a:r>
            <a:r>
              <a:rPr lang="de-DE" dirty="0"/>
              <a:t> </a:t>
            </a:r>
            <a:r>
              <a:rPr lang="de-DE" dirty="0" err="1"/>
              <a:t>week</a:t>
            </a:r>
            <a:r>
              <a:rPr lang="de-DE" dirty="0"/>
              <a:t> 8.</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very</a:t>
            </a:r>
            <a:r>
              <a:rPr lang="de-DE" dirty="0"/>
              <a:t> </a:t>
            </a:r>
            <a:r>
              <a:rPr lang="de-DE" dirty="0" err="1"/>
              <a:t>well</a:t>
            </a:r>
            <a:r>
              <a:rPr lang="de-DE" dirty="0"/>
              <a:t> and was </a:t>
            </a:r>
            <a:r>
              <a:rPr lang="de-DE" dirty="0" err="1"/>
              <a:t>very</a:t>
            </a:r>
            <a:r>
              <a:rPr lang="de-DE" dirty="0"/>
              <a:t> </a:t>
            </a:r>
            <a:r>
              <a:rPr lang="de-DE" dirty="0" err="1"/>
              <a:t>productive</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Cathing</a:t>
            </a:r>
            <a:r>
              <a:rPr lang="de-DE" dirty="0"/>
              <a:t> </a:t>
            </a:r>
            <a:r>
              <a:rPr lang="de-DE" dirty="0" err="1"/>
              <a:t>up</a:t>
            </a:r>
            <a:r>
              <a:rPr lang="de-DE" dirty="0"/>
              <a:t> on </a:t>
            </a:r>
            <a:r>
              <a:rPr lang="de-DE" dirty="0" err="1"/>
              <a:t>work</a:t>
            </a:r>
            <a:r>
              <a:rPr lang="de-DE" dirty="0"/>
              <a:t> </a:t>
            </a:r>
            <a:r>
              <a:rPr lang="de-DE" dirty="0" err="1"/>
              <a:t>from</a:t>
            </a:r>
            <a:r>
              <a:rPr lang="de-DE" dirty="0"/>
              <a:t> </a:t>
            </a:r>
            <a:r>
              <a:rPr lang="de-DE" dirty="0" err="1"/>
              <a:t>the</a:t>
            </a:r>
            <a:r>
              <a:rPr lang="de-DE" dirty="0"/>
              <a:t> last </a:t>
            </a:r>
            <a:r>
              <a:rPr lang="de-DE" dirty="0" err="1"/>
              <a:t>week</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Nothing </a:t>
            </a:r>
            <a:r>
              <a:rPr lang="de-DE" dirty="0" err="1"/>
              <a:t>much</a:t>
            </a:r>
            <a:r>
              <a:rPr lang="de-DE" dirty="0"/>
              <a:t> </a:t>
            </a:r>
            <a:r>
              <a:rPr lang="de-DE" dirty="0" err="1"/>
              <a:t>went</a:t>
            </a:r>
            <a:r>
              <a:rPr lang="de-DE" dirty="0"/>
              <a:t> </a:t>
            </a:r>
            <a:r>
              <a:rPr lang="de-DE" dirty="0" err="1"/>
              <a:t>wrong</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keep</a:t>
            </a:r>
            <a:r>
              <a:rPr lang="de-DE" dirty="0"/>
              <a:t> </a:t>
            </a:r>
            <a:r>
              <a:rPr lang="de-DE" dirty="0" err="1"/>
              <a:t>concentration</a:t>
            </a:r>
            <a:r>
              <a:rPr lang="de-DE" dirty="0"/>
              <a:t> and </a:t>
            </a:r>
            <a:r>
              <a:rPr lang="de-DE" dirty="0" err="1"/>
              <a:t>motivation</a:t>
            </a:r>
            <a:r>
              <a:rPr lang="de-DE" dirty="0"/>
              <a:t> </a:t>
            </a:r>
            <a:r>
              <a:rPr lang="de-DE" dirty="0" err="1"/>
              <a:t>for</a:t>
            </a:r>
            <a:r>
              <a:rPr lang="de-DE" dirty="0"/>
              <a:t> a </a:t>
            </a:r>
            <a:r>
              <a:rPr lang="de-DE" dirty="0" err="1"/>
              <a:t>pretty</a:t>
            </a:r>
            <a:r>
              <a:rPr lang="de-DE" dirty="0"/>
              <a:t> </a:t>
            </a:r>
            <a:r>
              <a:rPr lang="de-DE" dirty="0" err="1"/>
              <a:t>long</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don‘t</a:t>
            </a:r>
            <a:r>
              <a:rPr lang="de-DE" dirty="0"/>
              <a:t> </a:t>
            </a:r>
            <a:r>
              <a:rPr lang="de-DE" dirty="0" err="1"/>
              <a:t>see</a:t>
            </a:r>
            <a:r>
              <a:rPr lang="de-DE" dirty="0"/>
              <a:t> </a:t>
            </a:r>
            <a:r>
              <a:rPr lang="de-DE" dirty="0" err="1"/>
              <a:t>anything</a:t>
            </a:r>
            <a:r>
              <a:rPr lang="de-DE" dirty="0"/>
              <a:t> </a:t>
            </a:r>
            <a:r>
              <a:rPr lang="de-DE" dirty="0" err="1"/>
              <a:t>from</a:t>
            </a:r>
            <a:r>
              <a:rPr lang="de-DE" dirty="0"/>
              <a:t> </a:t>
            </a:r>
            <a:r>
              <a:rPr lang="de-DE" dirty="0" err="1"/>
              <a:t>this</a:t>
            </a:r>
            <a:r>
              <a:rPr lang="de-DE" dirty="0"/>
              <a:t> </a:t>
            </a:r>
            <a:r>
              <a:rPr lang="de-DE" dirty="0" err="1"/>
              <a:t>week</a:t>
            </a:r>
            <a:r>
              <a:rPr lang="de-DE" dirty="0"/>
              <a:t> </a:t>
            </a:r>
            <a:r>
              <a:rPr lang="de-DE" dirty="0" err="1"/>
              <a:t>that</a:t>
            </a:r>
            <a:r>
              <a:rPr lang="de-DE" dirty="0"/>
              <a:t> </a:t>
            </a:r>
            <a:r>
              <a:rPr lang="de-DE" dirty="0" err="1"/>
              <a:t>could</a:t>
            </a:r>
            <a:r>
              <a:rPr lang="de-DE" dirty="0"/>
              <a:t> </a:t>
            </a:r>
            <a:r>
              <a:rPr lang="de-DE" dirty="0" err="1"/>
              <a:t>be</a:t>
            </a:r>
            <a:r>
              <a:rPr lang="de-DE" dirty="0"/>
              <a:t> </a:t>
            </a:r>
            <a:r>
              <a:rPr lang="de-DE" dirty="0" err="1"/>
              <a:t>added</a:t>
            </a:r>
            <a:r>
              <a:rPr lang="de-DE" dirty="0"/>
              <a:t>. I do </a:t>
            </a:r>
            <a:r>
              <a:rPr lang="de-DE" dirty="0" err="1"/>
              <a:t>need</a:t>
            </a:r>
            <a:r>
              <a:rPr lang="de-DE" dirty="0"/>
              <a:t> </a:t>
            </a:r>
            <a:r>
              <a:rPr lang="de-DE" dirty="0" err="1"/>
              <a:t>to</a:t>
            </a:r>
            <a:r>
              <a:rPr lang="de-DE" dirty="0"/>
              <a:t> </a:t>
            </a:r>
            <a:r>
              <a:rPr lang="de-DE" dirty="0" err="1"/>
              <a:t>work</a:t>
            </a:r>
            <a:r>
              <a:rPr lang="de-DE" dirty="0"/>
              <a:t> a </a:t>
            </a:r>
            <a:r>
              <a:rPr lang="de-DE" dirty="0" err="1"/>
              <a:t>lot</a:t>
            </a:r>
            <a:r>
              <a:rPr lang="de-DE" dirty="0"/>
              <a:t> </a:t>
            </a:r>
            <a:r>
              <a:rPr lang="de-DE" dirty="0" err="1"/>
              <a:t>next</a:t>
            </a:r>
            <a:r>
              <a:rPr lang="de-DE" dirty="0"/>
              <a:t> </a:t>
            </a:r>
            <a:r>
              <a:rPr lang="de-DE" dirty="0" err="1"/>
              <a:t>week</a:t>
            </a:r>
            <a:r>
              <a:rPr lang="de-DE" dirty="0"/>
              <a:t> </a:t>
            </a:r>
            <a:r>
              <a:rPr lang="de-DE" dirty="0" err="1"/>
              <a:t>as</a:t>
            </a:r>
            <a:r>
              <a:rPr lang="de-DE" dirty="0"/>
              <a:t> </a:t>
            </a:r>
            <a:r>
              <a:rPr lang="de-DE" dirty="0" err="1"/>
              <a:t>well</a:t>
            </a:r>
            <a:r>
              <a:rPr lang="de-DE" dirty="0"/>
              <a:t> </a:t>
            </a:r>
            <a:r>
              <a:rPr lang="de-DE" dirty="0" err="1"/>
              <a:t>as</a:t>
            </a:r>
            <a:r>
              <a:rPr lang="de-DE" dirty="0"/>
              <a:t> </a:t>
            </a:r>
            <a:r>
              <a:rPr lang="de-DE" dirty="0" err="1"/>
              <a:t>it</a:t>
            </a:r>
            <a:r>
              <a:rPr lang="de-DE" dirty="0"/>
              <a:t> </a:t>
            </a:r>
            <a:r>
              <a:rPr lang="de-DE" dirty="0" err="1"/>
              <a:t>is</a:t>
            </a:r>
            <a:r>
              <a:rPr lang="de-DE" dirty="0"/>
              <a:t> </a:t>
            </a:r>
            <a:r>
              <a:rPr lang="de-DE" dirty="0" err="1"/>
              <a:t>the</a:t>
            </a:r>
            <a:r>
              <a:rPr lang="de-DE" dirty="0"/>
              <a:t> final </a:t>
            </a:r>
            <a:r>
              <a:rPr lang="de-DE" dirty="0" err="1"/>
              <a:t>week</a:t>
            </a:r>
            <a:r>
              <a:rPr lang="de-DE" dirty="0"/>
              <a:t>.</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Due </a:t>
            </a:r>
            <a:r>
              <a:rPr lang="de-DE" dirty="0" err="1"/>
              <a:t>to</a:t>
            </a:r>
            <a:r>
              <a:rPr lang="de-DE" dirty="0"/>
              <a:t> </a:t>
            </a:r>
            <a:r>
              <a:rPr lang="de-DE" dirty="0" err="1"/>
              <a:t>my</a:t>
            </a:r>
            <a:r>
              <a:rPr lang="de-DE" dirty="0"/>
              <a:t> </a:t>
            </a:r>
            <a:r>
              <a:rPr lang="de-DE" dirty="0" err="1"/>
              <a:t>sickness</a:t>
            </a:r>
            <a:r>
              <a:rPr lang="de-DE" dirty="0"/>
              <a:t> last </a:t>
            </a:r>
            <a:r>
              <a:rPr lang="de-DE" dirty="0" err="1"/>
              <a:t>week</a:t>
            </a:r>
            <a:r>
              <a:rPr lang="de-DE" dirty="0"/>
              <a:t> and </a:t>
            </a:r>
            <a:r>
              <a:rPr lang="de-DE" dirty="0" err="1"/>
              <a:t>need</a:t>
            </a:r>
            <a:r>
              <a:rPr lang="de-DE" dirty="0"/>
              <a:t> </a:t>
            </a:r>
            <a:r>
              <a:rPr lang="de-DE" dirty="0" err="1"/>
              <a:t>to</a:t>
            </a:r>
            <a:r>
              <a:rPr lang="de-DE" dirty="0"/>
              <a:t> catch </a:t>
            </a:r>
            <a:r>
              <a:rPr lang="de-DE" dirty="0" err="1"/>
              <a:t>up</a:t>
            </a:r>
            <a:r>
              <a:rPr lang="de-DE" dirty="0"/>
              <a:t> </a:t>
            </a:r>
            <a:r>
              <a:rPr lang="de-DE" dirty="0" err="1"/>
              <a:t>this</a:t>
            </a:r>
            <a:r>
              <a:rPr lang="de-DE" dirty="0"/>
              <a:t> </a:t>
            </a:r>
            <a:r>
              <a:rPr lang="de-DE" dirty="0" err="1"/>
              <a:t>week</a:t>
            </a:r>
            <a:r>
              <a:rPr lang="de-DE" dirty="0"/>
              <a:t>, </a:t>
            </a:r>
            <a:r>
              <a:rPr lang="de-DE" dirty="0" err="1"/>
              <a:t>the</a:t>
            </a:r>
            <a:r>
              <a:rPr lang="de-DE" dirty="0"/>
              <a:t> </a:t>
            </a:r>
            <a:r>
              <a:rPr lang="de-DE" dirty="0" err="1"/>
              <a:t>times</a:t>
            </a:r>
            <a:r>
              <a:rPr lang="de-DE" dirty="0"/>
              <a:t> </a:t>
            </a:r>
            <a:r>
              <a:rPr lang="de-DE" dirty="0" err="1"/>
              <a:t>for</a:t>
            </a:r>
            <a:r>
              <a:rPr lang="de-DE" dirty="0"/>
              <a:t> </a:t>
            </a:r>
            <a:r>
              <a:rPr lang="de-DE" dirty="0" err="1"/>
              <a:t>actual</a:t>
            </a:r>
            <a:r>
              <a:rPr lang="de-DE" dirty="0"/>
              <a:t> </a:t>
            </a:r>
            <a:r>
              <a:rPr lang="de-DE" dirty="0" err="1"/>
              <a:t>work</a:t>
            </a:r>
            <a:r>
              <a:rPr lang="de-DE" dirty="0"/>
              <a:t> </a:t>
            </a:r>
            <a:r>
              <a:rPr lang="de-DE" dirty="0" err="1"/>
              <a:t>this</a:t>
            </a:r>
            <a:r>
              <a:rPr lang="de-DE" dirty="0"/>
              <a:t> </a:t>
            </a:r>
            <a:r>
              <a:rPr lang="de-DE" dirty="0" err="1"/>
              <a:t>week</a:t>
            </a:r>
            <a:r>
              <a:rPr lang="de-DE" dirty="0"/>
              <a:t> </a:t>
            </a:r>
            <a:r>
              <a:rPr lang="de-DE" dirty="0" err="1"/>
              <a:t>have</a:t>
            </a:r>
            <a:r>
              <a:rPr lang="de-DE" dirty="0"/>
              <a:t> </a:t>
            </a:r>
            <a:r>
              <a:rPr lang="de-DE" dirty="0" err="1"/>
              <a:t>taken</a:t>
            </a:r>
            <a:r>
              <a:rPr lang="de-DE" dirty="0"/>
              <a:t> a </a:t>
            </a:r>
            <a:r>
              <a:rPr lang="de-DE" dirty="0" err="1"/>
              <a:t>hit</a:t>
            </a:r>
            <a:r>
              <a:rPr lang="de-DE" dirty="0"/>
              <a:t> </a:t>
            </a:r>
            <a:r>
              <a:rPr lang="de-DE" dirty="0" err="1"/>
              <a:t>while</a:t>
            </a:r>
            <a:r>
              <a:rPr lang="de-DE" dirty="0"/>
              <a:t> </a:t>
            </a:r>
            <a:r>
              <a:rPr lang="de-DE" dirty="0" err="1"/>
              <a:t>the</a:t>
            </a:r>
            <a:r>
              <a:rPr lang="de-DE" dirty="0"/>
              <a:t> </a:t>
            </a:r>
            <a:r>
              <a:rPr lang="de-DE" dirty="0" err="1"/>
              <a:t>actual</a:t>
            </a:r>
            <a:r>
              <a:rPr lang="de-DE" dirty="0"/>
              <a:t> time </a:t>
            </a:r>
            <a:r>
              <a:rPr lang="de-DE" dirty="0" err="1"/>
              <a:t>spent</a:t>
            </a:r>
            <a:r>
              <a:rPr lang="de-DE" dirty="0"/>
              <a:t> </a:t>
            </a:r>
            <a:r>
              <a:rPr lang="de-DE" dirty="0" err="1"/>
              <a:t>working</a:t>
            </a:r>
            <a:r>
              <a:rPr lang="de-DE" dirty="0"/>
              <a:t> </a:t>
            </a:r>
            <a:r>
              <a:rPr lang="de-DE" dirty="0" err="1"/>
              <a:t>has</a:t>
            </a:r>
            <a:r>
              <a:rPr lang="de-DE" dirty="0"/>
              <a:t> </a:t>
            </a:r>
            <a:r>
              <a:rPr lang="de-DE" dirty="0" err="1"/>
              <a:t>been</a:t>
            </a:r>
            <a:r>
              <a:rPr lang="de-DE" dirty="0"/>
              <a:t> </a:t>
            </a:r>
            <a:r>
              <a:rPr lang="de-DE" dirty="0" err="1"/>
              <a:t>the</a:t>
            </a:r>
            <a:r>
              <a:rPr lang="de-DE" dirty="0"/>
              <a:t> </a:t>
            </a:r>
            <a:r>
              <a:rPr lang="de-DE" dirty="0" err="1"/>
              <a:t>highest</a:t>
            </a:r>
            <a:r>
              <a:rPr lang="de-DE" dirty="0"/>
              <a:t> </a:t>
            </a:r>
            <a:r>
              <a:rPr lang="de-DE" dirty="0" err="1"/>
              <a:t>of</a:t>
            </a:r>
            <a:r>
              <a:rPr lang="de-DE" dirty="0"/>
              <a:t> all </a:t>
            </a:r>
            <a:r>
              <a:rPr lang="de-DE" dirty="0" err="1"/>
              <a:t>weeks</a:t>
            </a:r>
            <a:r>
              <a:rPr lang="de-DE" dirty="0"/>
              <a:t>. I </a:t>
            </a:r>
            <a:r>
              <a:rPr lang="de-DE" dirty="0" err="1"/>
              <a:t>have</a:t>
            </a:r>
            <a:r>
              <a:rPr lang="de-DE" dirty="0"/>
              <a:t> </a:t>
            </a:r>
            <a:r>
              <a:rPr lang="de-DE" dirty="0" err="1"/>
              <a:t>readjusted</a:t>
            </a:r>
            <a:r>
              <a:rPr lang="de-DE" dirty="0"/>
              <a:t> </a:t>
            </a:r>
            <a:r>
              <a:rPr lang="de-DE" dirty="0" err="1"/>
              <a:t>to</a:t>
            </a:r>
            <a:r>
              <a:rPr lang="de-DE" dirty="0"/>
              <a:t> </a:t>
            </a:r>
            <a:r>
              <a:rPr lang="de-DE" dirty="0" err="1"/>
              <a:t>the</a:t>
            </a:r>
            <a:r>
              <a:rPr lang="de-DE" dirty="0"/>
              <a:t> </a:t>
            </a:r>
            <a:r>
              <a:rPr lang="de-DE" dirty="0" err="1"/>
              <a:t>sleep</a:t>
            </a:r>
            <a:r>
              <a:rPr lang="de-DE" dirty="0"/>
              <a:t> </a:t>
            </a:r>
            <a:r>
              <a:rPr lang="de-DE" dirty="0" err="1"/>
              <a:t>schedule</a:t>
            </a:r>
            <a:r>
              <a:rPr lang="de-DE" dirty="0"/>
              <a:t> I </a:t>
            </a:r>
            <a:r>
              <a:rPr lang="de-DE" dirty="0" err="1"/>
              <a:t>had</a:t>
            </a:r>
            <a:r>
              <a:rPr lang="de-DE" dirty="0"/>
              <a:t> </a:t>
            </a:r>
            <a:r>
              <a:rPr lang="de-DE" dirty="0" err="1"/>
              <a:t>before</a:t>
            </a:r>
            <a:r>
              <a:rPr lang="de-DE" dirty="0"/>
              <a:t> </a:t>
            </a:r>
            <a:r>
              <a:rPr lang="de-DE" dirty="0" err="1"/>
              <a:t>the</a:t>
            </a:r>
            <a:r>
              <a:rPr lang="de-DE" dirty="0"/>
              <a:t> </a:t>
            </a:r>
            <a:r>
              <a:rPr lang="de-DE" dirty="0" err="1"/>
              <a:t>vacation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170" name="Picture 2">
            <a:extLst>
              <a:ext uri="{FF2B5EF4-FFF2-40B4-BE49-F238E27FC236}">
                <a16:creationId xmlns:a16="http://schemas.microsoft.com/office/drawing/2014/main" id="{B02FD8A8-B511-5174-C8A5-A5A5C7684B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868" y="2738651"/>
            <a:ext cx="1811968" cy="1044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Being behind on a task is not good, but for the rest everything seems fine.</a:t>
            </a:r>
            <a:endParaRPr dirty="0"/>
          </a:p>
          <a:p>
            <a:pPr marL="0" lvl="0" indent="0" algn="l" rtl="0">
              <a:spcBef>
                <a:spcPts val="800"/>
              </a:spcBef>
              <a:spcAft>
                <a:spcPts val="800"/>
              </a:spcAft>
              <a:buNone/>
            </a:pPr>
            <a:r>
              <a:rPr lang="en" dirty="0"/>
              <a:t>I am still behind on some tasks due to my sickness last week, but I understand the concern, especially this close to the final deadline. The fact everything else seems fine is reassuring.</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Do </a:t>
            </a:r>
            <a:r>
              <a:rPr lang="de-DE" dirty="0" err="1"/>
              <a:t>the</a:t>
            </a:r>
            <a:r>
              <a:rPr lang="de-DE" dirty="0"/>
              <a:t> final </a:t>
            </a:r>
            <a:r>
              <a:rPr lang="de-DE" dirty="0" err="1"/>
              <a:t>touches</a:t>
            </a:r>
            <a:r>
              <a:rPr lang="de-DE" dirty="0"/>
              <a:t> </a:t>
            </a:r>
            <a:r>
              <a:rPr lang="de-DE" dirty="0" err="1"/>
              <a:t>to</a:t>
            </a:r>
            <a:r>
              <a:rPr lang="de-DE" dirty="0"/>
              <a:t> </a:t>
            </a:r>
            <a:r>
              <a:rPr lang="de-DE" dirty="0" err="1"/>
              <a:t>my</a:t>
            </a:r>
            <a:r>
              <a:rPr lang="de-DE" dirty="0"/>
              <a:t> </a:t>
            </a:r>
            <a:r>
              <a:rPr lang="de-DE" dirty="0" err="1"/>
              <a:t>work</a:t>
            </a:r>
            <a:r>
              <a:rPr lang="de-DE" dirty="0"/>
              <a:t> </a:t>
            </a:r>
            <a:r>
              <a:rPr lang="de-DE" dirty="0" err="1"/>
              <a:t>this</a:t>
            </a:r>
            <a:r>
              <a:rPr lang="de-DE" dirty="0"/>
              <a:t> block and finish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finished</a:t>
            </a:r>
            <a:r>
              <a:rPr lang="de-DE" dirty="0"/>
              <a:t> all </a:t>
            </a:r>
            <a:r>
              <a:rPr lang="de-DE" dirty="0" err="1"/>
              <a:t>the</a:t>
            </a:r>
            <a:r>
              <a:rPr lang="de-DE" dirty="0"/>
              <a:t> </a:t>
            </a:r>
            <a:r>
              <a:rPr lang="de-DE" dirty="0" err="1"/>
              <a:t>documents</a:t>
            </a:r>
            <a:r>
              <a:rPr lang="de-DE" dirty="0"/>
              <a:t> </a:t>
            </a:r>
            <a:r>
              <a:rPr lang="de-DE" dirty="0" err="1"/>
              <a:t>that</a:t>
            </a:r>
            <a:r>
              <a:rPr lang="de-DE" dirty="0"/>
              <a:t> I </a:t>
            </a:r>
            <a:r>
              <a:rPr lang="de-DE" dirty="0" err="1"/>
              <a:t>needed</a:t>
            </a:r>
            <a:r>
              <a:rPr lang="de-DE" dirty="0"/>
              <a:t> </a:t>
            </a:r>
            <a:r>
              <a:rPr lang="de-DE" dirty="0" err="1"/>
              <a:t>to</a:t>
            </a:r>
            <a:r>
              <a:rPr lang="de-DE" dirty="0"/>
              <a:t>, </a:t>
            </a:r>
            <a:r>
              <a:rPr lang="de-DE" dirty="0" err="1"/>
              <a:t>from</a:t>
            </a:r>
            <a:r>
              <a:rPr lang="de-DE" dirty="0"/>
              <a:t> </a:t>
            </a:r>
            <a:r>
              <a:rPr lang="de-DE" dirty="0" err="1"/>
              <a:t>the</a:t>
            </a:r>
            <a:r>
              <a:rPr lang="de-DE" dirty="0"/>
              <a:t> </a:t>
            </a:r>
            <a:r>
              <a:rPr lang="de-DE" dirty="0" err="1"/>
              <a:t>creative</a:t>
            </a:r>
            <a:r>
              <a:rPr lang="de-DE" dirty="0"/>
              <a:t> </a:t>
            </a:r>
            <a:r>
              <a:rPr lang="de-DE" dirty="0" err="1"/>
              <a:t>brief</a:t>
            </a:r>
            <a:r>
              <a:rPr lang="de-DE" dirty="0"/>
              <a:t> &amp; final </a:t>
            </a:r>
            <a:r>
              <a:rPr lang="de-DE" dirty="0" err="1"/>
              <a:t>report</a:t>
            </a:r>
            <a:r>
              <a:rPr lang="de-DE" dirty="0"/>
              <a:t> </a:t>
            </a:r>
            <a:r>
              <a:rPr lang="de-DE" dirty="0" err="1"/>
              <a:t>to</a:t>
            </a:r>
            <a:r>
              <a:rPr lang="de-DE" dirty="0"/>
              <a:t> </a:t>
            </a:r>
            <a:r>
              <a:rPr lang="de-DE" dirty="0" err="1"/>
              <a:t>the</a:t>
            </a:r>
            <a:r>
              <a:rPr lang="de-DE" dirty="0"/>
              <a:t> Work &amp; </a:t>
            </a:r>
            <a:r>
              <a:rPr lang="de-DE" dirty="0" err="1"/>
              <a:t>Leaning</a:t>
            </a:r>
            <a:r>
              <a:rPr lang="de-DE" dirty="0"/>
              <a:t> Logs.</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3"/>
              </a:rPr>
              <a:t>Link </a:t>
            </a:r>
            <a:r>
              <a:rPr lang="de-DE" dirty="0" err="1">
                <a:hlinkClick r:id="rId3"/>
              </a:rPr>
              <a:t>to</a:t>
            </a:r>
            <a:r>
              <a:rPr lang="de-DE" dirty="0">
                <a:hlinkClick r:id="rId3"/>
              </a:rPr>
              <a:t> Creative Brief</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4"/>
              </a:rPr>
              <a:t>Link </a:t>
            </a:r>
            <a:r>
              <a:rPr lang="de-DE" dirty="0" err="1">
                <a:hlinkClick r:id="rId4"/>
              </a:rPr>
              <a:t>to</a:t>
            </a:r>
            <a:r>
              <a:rPr lang="de-DE" dirty="0">
                <a:hlinkClick r:id="rId4"/>
              </a:rPr>
              <a:t> Final Report</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a:t>
            </a:r>
            <a:r>
              <a:rPr lang="de-DE" dirty="0" err="1"/>
              <a:t>presentation</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a:t>
            </a:r>
            <a:r>
              <a:rPr lang="de-DE" dirty="0" err="1"/>
              <a:t>WorkLog</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Learning Log</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a:t>
            </a:r>
            <a:r>
              <a:rPr lang="de-DE" dirty="0" err="1"/>
              <a:t>self-assesment</a:t>
            </a:r>
            <a:r>
              <a:rPr lang="de-DE" dirty="0"/>
              <a:t> </a:t>
            </a:r>
            <a:r>
              <a:rPr lang="de-DE" dirty="0" err="1"/>
              <a:t>rubric</a:t>
            </a:r>
            <a:endParaRPr lang="de-DE"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well</a:t>
            </a:r>
            <a:r>
              <a:rPr lang="de-DE" dirty="0"/>
              <a:t> </a:t>
            </a:r>
            <a:r>
              <a:rPr lang="de-DE" dirty="0" err="1"/>
              <a:t>as</a:t>
            </a:r>
            <a:r>
              <a:rPr lang="de-DE" dirty="0"/>
              <a:t> I </a:t>
            </a:r>
            <a:r>
              <a:rPr lang="de-DE" dirty="0" err="1"/>
              <a:t>worked</a:t>
            </a:r>
            <a:r>
              <a:rPr lang="de-DE" dirty="0"/>
              <a:t> </a:t>
            </a:r>
            <a:r>
              <a:rPr lang="de-DE" dirty="0" err="1"/>
              <a:t>quite</a:t>
            </a:r>
            <a:r>
              <a:rPr lang="de-DE" dirty="0"/>
              <a:t> a </a:t>
            </a:r>
            <a:r>
              <a:rPr lang="de-DE" dirty="0" err="1"/>
              <a:t>bit</a:t>
            </a:r>
            <a:r>
              <a:rPr lang="de-DE" dirty="0"/>
              <a:t> </a:t>
            </a:r>
            <a:r>
              <a:rPr lang="de-DE" dirty="0" err="1"/>
              <a:t>to</a:t>
            </a:r>
            <a:r>
              <a:rPr lang="de-DE" dirty="0"/>
              <a:t> finish all </a:t>
            </a:r>
            <a:r>
              <a:rPr lang="de-DE" dirty="0" err="1"/>
              <a:t>the</a:t>
            </a:r>
            <a:r>
              <a:rPr lang="de-DE" dirty="0"/>
              <a:t> </a:t>
            </a:r>
            <a:r>
              <a:rPr lang="de-DE" dirty="0" err="1"/>
              <a:t>required</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Finishing</a:t>
            </a:r>
            <a:r>
              <a:rPr lang="de-DE" dirty="0"/>
              <a:t> all </a:t>
            </a:r>
            <a:r>
              <a:rPr lang="de-DE" dirty="0" err="1"/>
              <a:t>the</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Keeping track </a:t>
            </a:r>
            <a:r>
              <a:rPr lang="de-DE" dirty="0" err="1"/>
              <a:t>of</a:t>
            </a:r>
            <a:r>
              <a:rPr lang="de-DE" dirty="0"/>
              <a:t> </a:t>
            </a:r>
            <a:r>
              <a:rPr lang="de-DE" dirty="0" err="1"/>
              <a:t>the</a:t>
            </a:r>
            <a:r>
              <a:rPr lang="de-DE" dirty="0"/>
              <a:t> time </a:t>
            </a:r>
            <a:r>
              <a:rPr lang="de-DE" dirty="0" err="1"/>
              <a:t>during</a:t>
            </a:r>
            <a:r>
              <a:rPr lang="de-DE" dirty="0"/>
              <a:t> </a:t>
            </a:r>
            <a:r>
              <a:rPr lang="de-DE" dirty="0" err="1"/>
              <a:t>the</a:t>
            </a:r>
            <a:r>
              <a:rPr lang="de-DE" dirty="0"/>
              <a:t> </a:t>
            </a:r>
            <a:r>
              <a:rPr lang="de-DE" dirty="0" err="1"/>
              <a:t>tasks</a:t>
            </a:r>
            <a:r>
              <a:rPr lang="de-DE" dirty="0"/>
              <a:t> and </a:t>
            </a:r>
            <a:r>
              <a:rPr lang="de-DE" dirty="0" err="1"/>
              <a:t>leaving</a:t>
            </a:r>
            <a:r>
              <a:rPr lang="de-DE" dirty="0"/>
              <a:t> </a:t>
            </a:r>
            <a:r>
              <a:rPr lang="de-DE" dirty="0" err="1"/>
              <a:t>redoing</a:t>
            </a:r>
            <a:r>
              <a:rPr lang="de-DE" dirty="0"/>
              <a:t> </a:t>
            </a:r>
            <a:r>
              <a:rPr lang="de-DE" dirty="0" err="1"/>
              <a:t>the</a:t>
            </a:r>
            <a:r>
              <a:rPr lang="de-DE" dirty="0"/>
              <a:t> SQL </a:t>
            </a:r>
            <a:r>
              <a:rPr lang="de-DE" dirty="0" err="1"/>
              <a:t>part</a:t>
            </a:r>
            <a:r>
              <a:rPr lang="de-DE" dirty="0"/>
              <a:t> </a:t>
            </a:r>
            <a:r>
              <a:rPr lang="de-DE" dirty="0" err="1"/>
              <a:t>to</a:t>
            </a:r>
            <a:r>
              <a:rPr lang="de-DE" dirty="0"/>
              <a:t> </a:t>
            </a:r>
            <a:r>
              <a:rPr lang="de-DE" dirty="0" err="1"/>
              <a:t>almost</a:t>
            </a:r>
            <a:r>
              <a:rPr lang="de-DE" dirty="0"/>
              <a:t> </a:t>
            </a:r>
            <a:r>
              <a:rPr lang="de-DE" dirty="0" err="1"/>
              <a:t>the</a:t>
            </a:r>
            <a:r>
              <a:rPr lang="de-DE" dirty="0"/>
              <a:t> final </a:t>
            </a:r>
            <a:r>
              <a:rPr lang="de-DE" dirty="0" err="1"/>
              <a:t>day</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work</a:t>
            </a:r>
            <a:r>
              <a:rPr lang="de-DE" dirty="0"/>
              <a:t> </a:t>
            </a:r>
            <a:r>
              <a:rPr lang="de-DE" dirty="0" err="1"/>
              <a:t>under</a:t>
            </a:r>
            <a:r>
              <a:rPr lang="de-DE" dirty="0"/>
              <a:t> </a:t>
            </a:r>
            <a:r>
              <a:rPr lang="de-DE" dirty="0" err="1"/>
              <a:t>pressure</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Don’t procrastinate under a deadline.</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As </a:t>
            </a:r>
            <a:r>
              <a:rPr lang="de-DE" dirty="0" err="1"/>
              <a:t>of</a:t>
            </a:r>
            <a:r>
              <a:rPr lang="de-DE" dirty="0"/>
              <a:t> </a:t>
            </a:r>
            <a:r>
              <a:rPr lang="de-DE" dirty="0" err="1"/>
              <a:t>me</a:t>
            </a:r>
            <a:r>
              <a:rPr lang="de-DE" dirty="0"/>
              <a:t> </a:t>
            </a:r>
            <a:r>
              <a:rPr lang="de-DE" dirty="0" err="1"/>
              <a:t>writing</a:t>
            </a:r>
            <a:r>
              <a:rPr lang="de-DE" dirty="0"/>
              <a:t> </a:t>
            </a:r>
            <a:r>
              <a:rPr lang="de-DE" dirty="0" err="1"/>
              <a:t>this</a:t>
            </a:r>
            <a:r>
              <a:rPr lang="de-DE" dirty="0"/>
              <a:t>, I </a:t>
            </a:r>
            <a:r>
              <a:rPr lang="de-DE" dirty="0" err="1"/>
              <a:t>have</a:t>
            </a:r>
            <a:r>
              <a:rPr lang="de-DE" dirty="0"/>
              <a:t> </a:t>
            </a:r>
            <a:r>
              <a:rPr lang="de-DE" dirty="0" err="1"/>
              <a:t>achieved</a:t>
            </a:r>
            <a:r>
              <a:rPr lang="de-DE" dirty="0"/>
              <a:t> </a:t>
            </a:r>
            <a:r>
              <a:rPr lang="de-DE" dirty="0" err="1"/>
              <a:t>my</a:t>
            </a:r>
            <a:r>
              <a:rPr lang="de-DE" dirty="0"/>
              <a:t> </a:t>
            </a:r>
            <a:r>
              <a:rPr lang="de-DE" dirty="0" err="1"/>
              <a:t>first</a:t>
            </a:r>
            <a:r>
              <a:rPr lang="de-DE" dirty="0"/>
              <a:t> </a:t>
            </a:r>
            <a:r>
              <a:rPr lang="de-DE" dirty="0" err="1"/>
              <a:t>readjusted</a:t>
            </a:r>
            <a:r>
              <a:rPr lang="de-DE" dirty="0"/>
              <a:t> </a:t>
            </a:r>
            <a:r>
              <a:rPr lang="de-DE" dirty="0" err="1"/>
              <a:t>goal</a:t>
            </a:r>
            <a:r>
              <a:rPr lang="de-DE" dirty="0"/>
              <a:t> </a:t>
            </a:r>
            <a:r>
              <a:rPr lang="de-DE" dirty="0" err="1"/>
              <a:t>of</a:t>
            </a:r>
            <a:r>
              <a:rPr lang="de-DE" dirty="0"/>
              <a:t> 240 </a:t>
            </a:r>
            <a:r>
              <a:rPr lang="de-DE" dirty="0" err="1"/>
              <a:t>hours</a:t>
            </a:r>
            <a:r>
              <a:rPr lang="de-DE" dirty="0"/>
              <a:t> total </a:t>
            </a:r>
            <a:r>
              <a:rPr lang="de-DE" dirty="0" err="1"/>
              <a:t>work</a:t>
            </a:r>
            <a:r>
              <a:rPr lang="de-DE" dirty="0"/>
              <a:t>. </a:t>
            </a:r>
            <a:r>
              <a:rPr lang="de-DE" dirty="0" err="1"/>
              <a:t>That</a:t>
            </a:r>
            <a:r>
              <a:rPr lang="de-DE" dirty="0"/>
              <a:t> </a:t>
            </a:r>
            <a:r>
              <a:rPr lang="de-DE" dirty="0" err="1"/>
              <a:t>is</a:t>
            </a:r>
            <a:r>
              <a:rPr lang="de-DE" dirty="0"/>
              <a:t> a </a:t>
            </a:r>
            <a:r>
              <a:rPr lang="de-DE" dirty="0" err="1"/>
              <a:t>success</a:t>
            </a:r>
            <a:r>
              <a:rPr lang="de-DE" dirty="0"/>
              <a:t>. A </a:t>
            </a:r>
            <a:r>
              <a:rPr lang="de-DE" dirty="0" err="1"/>
              <a:t>for</a:t>
            </a:r>
            <a:r>
              <a:rPr lang="de-DE" dirty="0"/>
              <a:t> </a:t>
            </a:r>
            <a:r>
              <a:rPr lang="de-DE" dirty="0" err="1"/>
              <a:t>the</a:t>
            </a:r>
            <a:r>
              <a:rPr lang="de-DE" dirty="0"/>
              <a:t> </a:t>
            </a:r>
            <a:r>
              <a:rPr lang="de-DE" dirty="0" err="1"/>
              <a:t>second</a:t>
            </a:r>
            <a:r>
              <a:rPr lang="de-DE" dirty="0"/>
              <a:t> </a:t>
            </a:r>
            <a:r>
              <a:rPr lang="de-DE" dirty="0" err="1"/>
              <a:t>goal</a:t>
            </a:r>
            <a:r>
              <a:rPr lang="de-DE" dirty="0"/>
              <a:t>, I </a:t>
            </a:r>
            <a:r>
              <a:rPr lang="de-DE" dirty="0" err="1"/>
              <a:t>have</a:t>
            </a:r>
            <a:r>
              <a:rPr lang="de-DE" dirty="0"/>
              <a:t> </a:t>
            </a:r>
            <a:r>
              <a:rPr lang="de-DE" dirty="0" err="1"/>
              <a:t>shortened</a:t>
            </a:r>
            <a:r>
              <a:rPr lang="de-DE" dirty="0"/>
              <a:t> </a:t>
            </a:r>
            <a:r>
              <a:rPr lang="de-DE" dirty="0" err="1"/>
              <a:t>my</a:t>
            </a:r>
            <a:r>
              <a:rPr lang="de-DE" dirty="0"/>
              <a:t> </a:t>
            </a:r>
            <a:r>
              <a:rPr lang="de-DE" dirty="0" err="1"/>
              <a:t>sleeping</a:t>
            </a:r>
            <a:r>
              <a:rPr lang="de-DE" dirty="0"/>
              <a:t> </a:t>
            </a:r>
            <a:r>
              <a:rPr lang="de-DE" dirty="0" err="1"/>
              <a:t>schedule</a:t>
            </a:r>
            <a:r>
              <a:rPr lang="de-DE" dirty="0"/>
              <a:t> </a:t>
            </a:r>
            <a:r>
              <a:rPr lang="de-DE" dirty="0" err="1"/>
              <a:t>to</a:t>
            </a:r>
            <a:r>
              <a:rPr lang="de-DE" dirty="0"/>
              <a:t> </a:t>
            </a:r>
            <a:r>
              <a:rPr lang="de-DE" dirty="0" err="1"/>
              <a:t>try</a:t>
            </a:r>
            <a:r>
              <a:rPr lang="de-DE" dirty="0"/>
              <a:t> and </a:t>
            </a:r>
            <a:r>
              <a:rPr lang="de-DE" dirty="0" err="1"/>
              <a:t>get</a:t>
            </a:r>
            <a:r>
              <a:rPr lang="de-DE" dirty="0"/>
              <a:t> </a:t>
            </a:r>
            <a:r>
              <a:rPr lang="de-DE" dirty="0" err="1"/>
              <a:t>as</a:t>
            </a:r>
            <a:r>
              <a:rPr lang="de-DE" dirty="0"/>
              <a:t> </a:t>
            </a:r>
            <a:r>
              <a:rPr lang="de-DE" dirty="0" err="1"/>
              <a:t>much</a:t>
            </a:r>
            <a:r>
              <a:rPr lang="de-DE" dirty="0"/>
              <a:t> </a:t>
            </a:r>
            <a:r>
              <a:rPr lang="de-DE" dirty="0" err="1"/>
              <a:t>work</a:t>
            </a:r>
            <a:r>
              <a:rPr lang="de-DE" dirty="0"/>
              <a:t> </a:t>
            </a:r>
            <a:r>
              <a:rPr lang="de-DE" dirty="0" err="1"/>
              <a:t>done</a:t>
            </a:r>
            <a:r>
              <a:rPr lang="de-DE" dirty="0"/>
              <a:t> </a:t>
            </a:r>
            <a:r>
              <a:rPr lang="de-DE" dirty="0" err="1"/>
              <a:t>before</a:t>
            </a:r>
            <a:r>
              <a:rPr lang="de-DE" dirty="0"/>
              <a:t> </a:t>
            </a:r>
            <a:r>
              <a:rPr lang="de-DE" dirty="0" err="1"/>
              <a:t>the</a:t>
            </a:r>
            <a:r>
              <a:rPr lang="de-DE" dirty="0"/>
              <a:t> </a:t>
            </a:r>
            <a:r>
              <a:rPr lang="de-DE" dirty="0" err="1"/>
              <a:t>deadline</a:t>
            </a:r>
            <a:r>
              <a:rPr lang="de-DE" dirty="0"/>
              <a:t>. Overall, I </a:t>
            </a:r>
            <a:r>
              <a:rPr lang="de-DE" dirty="0" err="1"/>
              <a:t>would</a:t>
            </a:r>
            <a:r>
              <a:rPr lang="de-DE" dirty="0"/>
              <a:t> also </a:t>
            </a:r>
            <a:r>
              <a:rPr lang="de-DE" dirty="0" err="1"/>
              <a:t>say</a:t>
            </a:r>
            <a:r>
              <a:rPr lang="de-DE" dirty="0"/>
              <a:t> </a:t>
            </a:r>
            <a:r>
              <a:rPr lang="de-DE" dirty="0" err="1"/>
              <a:t>it</a:t>
            </a:r>
            <a:r>
              <a:rPr lang="de-DE" dirty="0"/>
              <a:t> </a:t>
            </a:r>
            <a:r>
              <a:rPr lang="de-DE" dirty="0" err="1"/>
              <a:t>is</a:t>
            </a:r>
            <a:r>
              <a:rPr lang="de-DE" dirty="0"/>
              <a:t> a </a:t>
            </a:r>
            <a:r>
              <a:rPr lang="de-DE" dirty="0" err="1"/>
              <a:t>success</a:t>
            </a:r>
            <a:r>
              <a:rPr lang="de-DE" dirty="0"/>
              <a:t> </a:t>
            </a:r>
            <a:r>
              <a:rPr lang="de-DE" dirty="0" err="1"/>
              <a:t>as</a:t>
            </a:r>
            <a:r>
              <a:rPr lang="de-DE" dirty="0"/>
              <a:t> I </a:t>
            </a:r>
            <a:r>
              <a:rPr lang="de-DE" dirty="0" err="1"/>
              <a:t>managed</a:t>
            </a:r>
            <a:r>
              <a:rPr lang="de-DE" dirty="0"/>
              <a:t> </a:t>
            </a:r>
            <a:r>
              <a:rPr lang="de-DE" dirty="0" err="1"/>
              <a:t>to</a:t>
            </a:r>
            <a:r>
              <a:rPr lang="de-DE" dirty="0"/>
              <a:t> </a:t>
            </a:r>
            <a:r>
              <a:rPr lang="de-DE" dirty="0" err="1"/>
              <a:t>say</a:t>
            </a:r>
            <a:r>
              <a:rPr lang="de-DE" dirty="0"/>
              <a:t> on </a:t>
            </a:r>
            <a:r>
              <a:rPr lang="de-DE" dirty="0" err="1"/>
              <a:t>the</a:t>
            </a:r>
            <a:r>
              <a:rPr lang="de-DE" dirty="0"/>
              <a:t> </a:t>
            </a:r>
            <a:r>
              <a:rPr lang="de-DE" dirty="0" err="1"/>
              <a:t>sleeping</a:t>
            </a:r>
            <a:r>
              <a:rPr lang="de-DE" dirty="0"/>
              <a:t> </a:t>
            </a:r>
            <a:r>
              <a:rPr lang="de-DE" dirty="0" err="1"/>
              <a:t>schedule</a:t>
            </a:r>
            <a:r>
              <a:rPr lang="de-DE" dirty="0"/>
              <a:t> </a:t>
            </a:r>
            <a:r>
              <a:rPr lang="de-DE" dirty="0" err="1"/>
              <a:t>for</a:t>
            </a:r>
            <a:r>
              <a:rPr lang="de-DE" dirty="0"/>
              <a:t> </a:t>
            </a:r>
            <a:r>
              <a:rPr lang="de-DE" dirty="0" err="1"/>
              <a:t>quite</a:t>
            </a:r>
            <a:r>
              <a:rPr lang="de-DE" dirty="0"/>
              <a:t> a </a:t>
            </a:r>
            <a:r>
              <a:rPr lang="de-DE" dirty="0" err="1"/>
              <a:t>while</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2921192737"/>
              </p:ext>
            </p:extLst>
          </p:nvPr>
        </p:nvGraphicFramePr>
        <p:xfrm>
          <a:off x="0" y="1069800"/>
          <a:ext cx="9139639" cy="5904017"/>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dirty="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dirty="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dirty="0" err="1">
                          <a:solidFill>
                            <a:srgbClr val="000000"/>
                          </a:solidFill>
                          <a:effectLst/>
                          <a:highlight>
                            <a:srgbClr val="FEF2CD"/>
                          </a:highlight>
                          <a:latin typeface="Calibri"/>
                        </a:rPr>
                        <a:t>DataLab</a:t>
                      </a:r>
                      <a:r>
                        <a:rPr lang="en-US" sz="1000" b="0" i="0" u="none" strike="noStrike" noProof="0" dirty="0">
                          <a:solidFill>
                            <a:srgbClr val="000000"/>
                          </a:solidFill>
                          <a:effectLst/>
                          <a:highlight>
                            <a:srgbClr val="FEF2CD"/>
                          </a:highlight>
                          <a:latin typeface="Calibri"/>
                        </a:rPr>
                        <a:t>.</a:t>
                      </a:r>
                      <a:endParaRPr lang="en-US" sz="1000" noProof="0" dirty="0">
                        <a:latin typeface="Calibri"/>
                      </a:endParaRPr>
                    </a:p>
                    <a:p>
                      <a:pPr lvl="0" algn="l">
                        <a:buNone/>
                      </a:pPr>
                      <a:endParaRPr lang="en-US" sz="1000" b="0" i="0" u="none" strike="noStrike" dirty="0">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dirty="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dirty="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dirty="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Numpy.</a:t>
                      </a:r>
                      <a:endParaRPr lang="en-US" sz="100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understanding of the working directory, file types and file structures in my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 have shown my understanding of working directory by directly loading the files from the same folder. </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My understanding of file types and structures is shown in tasks 1 and 2 of the creative brief, as I do the EDA and process the data without any problems.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perform data cleansing activities in the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 1B and 2 in the creative brief, I show my ability to clean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1B.2, I use Numpy to load the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Additionally, in the Python notebooks “Linear Regression from Scratch” and “Logistic Regression from Scratch”, I use Numpy to achieve both tasks. </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design reports and visuals in the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 2.1.3, I have created a host of visualizations, which I have justified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also have used visualizations later in the creative brief, such as in tasks 3.2.5 and 3.3.3, which I have also justified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establish connections with a database in task 1A of the creative brief, where I used SQL to perform operations to a database.</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basic ETL operations in task 1, 2, and 3.1.2 as I extracted, transformed and loaded the dataset within those tasks.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 I have used SQL in task 1A of the creative brief.</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I have used said SQL to fulfill the requirements of the creative brief in task 1A.</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2955188894"/>
              </p:ext>
            </p:extLst>
          </p:nvPr>
        </p:nvGraphicFramePr>
        <p:xfrm>
          <a:off x="0" y="1069800"/>
          <a:ext cx="9144001" cy="4362249"/>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dirty="0">
                          <a:solidFill>
                            <a:srgbClr val="000000"/>
                          </a:solidFill>
                          <a:effectLst/>
                          <a:highlight>
                            <a:srgbClr val="D0D0D0"/>
                          </a:highlight>
                          <a:latin typeface="Calibri"/>
                        </a:rPr>
                        <a:t>A (Points: 2)</a:t>
                      </a:r>
                      <a:endParaRPr lang="en-US" sz="1000" dirty="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outlined all of my tasks, both completed and incomplete, in the worklog.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given commentary where necessary, such as incomplete tasks and tasks that took a significant amount of time longer or shorter to complete</a:t>
                      </a:r>
                      <a:endParaRPr lang="en-US" sz="800" b="0" i="0" u="none" strike="noStrike" noProof="0" dirty="0">
                        <a:solidFill>
                          <a:srgbClr val="000000"/>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written professional and critical reflections in section B of this learning log. I have also identified key lessons in the same section. I have tracked the time in the worklog.</a:t>
                      </a:r>
                      <a:endParaRPr lang="en-US" sz="800" b="0" i="0" u="none" strike="noStrike" noProof="0" dirty="0">
                        <a:solidFill>
                          <a:srgbClr val="000000"/>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filled out my worklog for each and every week.</a:t>
                      </a:r>
                      <a:endParaRPr lang="en-US" sz="800" b="0" i="0" u="none" strike="noStrike" noProof="0" dirty="0">
                        <a:solidFill>
                          <a:srgbClr val="000000"/>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included references to as many resources as I could in the worklog for the listed task.</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This includes both important and unimportant tasks. I have done this to make sure I did not miss any references to important tasks, as I have trouble placing myself in the mind of others and seeing what they may find important.</a:t>
                      </a:r>
                      <a:endParaRPr lang="en-US" sz="800" b="0" i="0" u="none" strike="noStrike" noProof="0" dirty="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believe my writing style is professional. I have checked for spelling and grammar mistakes in the worklog.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believe I am able to comprehend what was completed, as shown by my creative brief and final report, and to comprehend why individual and project feedback was given, as shown by my responses to the feedback I received in section B of this learning 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481661311"/>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dirty="0">
                          <a:solidFill>
                            <a:srgbClr val="000000"/>
                          </a:solidFill>
                          <a:effectLst/>
                          <a:latin typeface="Calibri"/>
                        </a:rPr>
                        <a:t>Goals written with a </a:t>
                      </a:r>
                      <a:r>
                        <a:rPr lang="en-US" sz="1000" b="1" i="0" u="none" strike="noStrike" noProof="0" dirty="0">
                          <a:solidFill>
                            <a:srgbClr val="000000"/>
                          </a:solidFill>
                          <a:effectLst/>
                          <a:latin typeface="Calibri"/>
                        </a:rPr>
                        <a:t>SMARTER</a:t>
                      </a:r>
                      <a:r>
                        <a:rPr lang="en-US" sz="1000" b="0" i="0" u="none" strike="noStrike" noProof="0" dirty="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dirty="0">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buNone/>
                      </a:pPr>
                      <a:r>
                        <a:rPr lang="en-US" sz="800" b="1" i="0" u="none" strike="noStrike" noProof="0" dirty="0">
                          <a:solidFill>
                            <a:srgbClr val="000000"/>
                          </a:solidFill>
                          <a:effectLst/>
                          <a:highlight>
                            <a:srgbClr val="FEF2CD"/>
                          </a:highlight>
                          <a:latin typeface="Calibri"/>
                        </a:rPr>
                        <a:t>I have written goals with a SMARTER method. I have made specific, measurable, achievable, relevant, and time-bound goals.</a:t>
                      </a:r>
                    </a:p>
                    <a:p>
                      <a:pPr lvl="0" algn="ctr">
                        <a:buNone/>
                      </a:pPr>
                      <a:endParaRPr lang="en-US" sz="800" b="1" i="0" u="none" strike="noStrike" noProof="0" dirty="0">
                        <a:solidFill>
                          <a:srgbClr val="000000"/>
                        </a:solidFill>
                        <a:effectLst/>
                        <a:highlight>
                          <a:srgbClr val="FEF2CD"/>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evaluated and readjusted the goals throughout the block, as noted in section B of this learning log.</a:t>
                      </a:r>
                      <a:endParaRPr lang="en-US" sz="800" dirty="0">
                        <a:solidFill>
                          <a:srgbClr val="000000"/>
                        </a:solidFill>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aligned one goal, goal 1, with project and professional development objectives and the other goal, goal 2, with personal development objectives.</a:t>
                      </a:r>
                    </a:p>
                    <a:p>
                      <a:pPr lvl="0" algn="ctr">
                        <a:buNone/>
                      </a:pPr>
                      <a:endParaRPr lang="en-US" sz="800" b="1" i="0" u="none" strike="noStrike" noProof="0" dirty="0">
                        <a:solidFill>
                          <a:srgbClr val="000000"/>
                        </a:solidFill>
                        <a:effectLst/>
                        <a:highlight>
                          <a:srgbClr val="FEF2CD"/>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evaluated and readjusted the goals throughout the block, as noted in section B of this learning log.</a:t>
                      </a:r>
                      <a:endParaRPr lang="en-US" sz="800" dirty="0">
                        <a:solidFill>
                          <a:srgbClr val="000000"/>
                        </a:solidFill>
                        <a:highlight>
                          <a:srgbClr val="FEF2CD"/>
                        </a:highlight>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1632262299"/>
              </p:ext>
            </p:extLst>
          </p:nvPr>
        </p:nvGraphicFramePr>
        <p:xfrm>
          <a:off x="0" y="1069800"/>
          <a:ext cx="9143993" cy="4842933"/>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shown my ability to clean, pre-process and visualize data using Python libraries in the creative brief. </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tasks 2 and 3.1.2, I have shown both that I am able to clean the data by dealing with missing values and removing duplicate rows.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tasks 2 and 3.1.2, I have shown that I am able to pre-process data by encoding, scaling and splitting the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2.1.3, I have created a host of visualizations, which I have justified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also have used visualizations later in the creative brief, such as in tasks 3.2.5 and 3.3.3, which I have also justified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2.2.1, I called up the metadata of the dataset and then </a:t>
                      </a:r>
                      <a:r>
                        <a:rPr lang="en-US" sz="800" b="1" i="0" u="none" strike="noStrike" noProof="0" dirty="0" err="1">
                          <a:solidFill>
                            <a:srgbClr val="000000"/>
                          </a:solidFill>
                          <a:effectLst/>
                          <a:highlight>
                            <a:srgbClr val="FEF2CD"/>
                          </a:highlight>
                          <a:latin typeface="Calibri"/>
                        </a:rPr>
                        <a:t>analysed</a:t>
                      </a:r>
                      <a:r>
                        <a:rPr lang="en-US" sz="800" b="1" i="0" u="none" strike="noStrike" noProof="0" dirty="0">
                          <a:solidFill>
                            <a:srgbClr val="000000"/>
                          </a:solidFill>
                          <a:effectLst/>
                          <a:highlight>
                            <a:srgbClr val="FEF2CD"/>
                          </a:highlight>
                          <a:latin typeface="Calibri"/>
                        </a:rPr>
                        <a:t> it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tasks 1A.2 and 2.2.2 I identified missing data, which I dealt with in task 3.1.2.</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2759534412"/>
              </p:ext>
            </p:extLst>
          </p:nvPr>
        </p:nvGraphicFramePr>
        <p:xfrm>
          <a:off x="0" y="1069800"/>
          <a:ext cx="9144001" cy="462606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believe I posses a sufficient amount of knowledge about ML algorithms, as shown by my ability to create and use them in the creative brief and to clarify certain parts of them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regression concepts, as shown by my creative brief, Python notebooks,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Specifically, task 3.1 covers regression.</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classification concepts, as shown by my creative brief, Python notebooks,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3.2 covers classification.</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classification concepts,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3.3 covers clustering.</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feature engineering and hyperparameter tuning,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3.4 and 3.5 cover feature engineering and hyperparameter tuning.</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t>
                      </a:r>
                      <a:r>
                        <a:rPr lang="en-US" sz="800" b="1" i="0" u="none" strike="noStrike" dirty="0" err="1">
                          <a:solidFill>
                            <a:srgbClr val="000000"/>
                          </a:solidFill>
                          <a:effectLst/>
                          <a:highlight>
                            <a:srgbClr val="FEF2CD"/>
                          </a:highlight>
                          <a:latin typeface="Calibri" panose="020F0502020204030204" pitchFamily="34" charset="0"/>
                        </a:rPr>
                        <a:t>analyse</a:t>
                      </a:r>
                      <a:r>
                        <a:rPr lang="en-US" sz="800" b="1" i="0" u="none" strike="noStrike" dirty="0">
                          <a:solidFill>
                            <a:srgbClr val="000000"/>
                          </a:solidFill>
                          <a:effectLst/>
                          <a:highlight>
                            <a:srgbClr val="FEF2CD"/>
                          </a:highlight>
                          <a:latin typeface="Calibri" panose="020F0502020204030204" pitchFamily="34" charset="0"/>
                        </a:rPr>
                        <a:t>, and interpret the results as required by this ILO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3.6 covers feature engineering and hyperparameter tuning.</a:t>
                      </a: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In the final report, additional analysis and interpretation is shown in part 4.</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543337760"/>
              </p:ext>
            </p:extLst>
          </p:nvPr>
        </p:nvGraphicFramePr>
        <p:xfrm>
          <a:off x="0" y="1069800"/>
          <a:ext cx="9144001" cy="533082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buNone/>
                      </a:pPr>
                      <a:r>
                        <a:rPr lang="en-US" sz="800" b="1" i="0" u="none" strike="noStrike" noProof="0" dirty="0">
                          <a:solidFill>
                            <a:srgbClr val="000000"/>
                          </a:solidFill>
                          <a:effectLst/>
                          <a:highlight>
                            <a:srgbClr val="FEF2CD"/>
                          </a:highlight>
                          <a:latin typeface="Calibri"/>
                        </a:rPr>
                        <a:t>I have demonstrated all the required skills for this ILO in two Python notebooks, “</a:t>
                      </a:r>
                      <a:r>
                        <a:rPr lang="en-US" sz="800" b="1" i="0" u="none" strike="noStrike" noProof="0" dirty="0" err="1">
                          <a:solidFill>
                            <a:srgbClr val="000000"/>
                          </a:solidFill>
                          <a:effectLst/>
                          <a:highlight>
                            <a:srgbClr val="FEF2CD"/>
                          </a:highlight>
                          <a:latin typeface="Calibri"/>
                        </a:rPr>
                        <a:t>AlgebraicExample</a:t>
                      </a:r>
                      <a:r>
                        <a:rPr lang="en-US" sz="800" b="1" i="0" u="none" strike="noStrike" noProof="0" dirty="0">
                          <a:solidFill>
                            <a:srgbClr val="000000"/>
                          </a:solidFill>
                          <a:effectLst/>
                          <a:highlight>
                            <a:srgbClr val="FEF2CD"/>
                          </a:highlight>
                          <a:latin typeface="Calibri"/>
                        </a:rPr>
                        <a:t>” and “</a:t>
                      </a:r>
                      <a:r>
                        <a:rPr lang="en-US" sz="800" b="1" i="0" u="none" strike="noStrike" noProof="0" dirty="0" err="1">
                          <a:solidFill>
                            <a:srgbClr val="000000"/>
                          </a:solidFill>
                          <a:effectLst/>
                          <a:highlight>
                            <a:srgbClr val="FEF2CD"/>
                          </a:highlight>
                          <a:latin typeface="Calibri"/>
                        </a:rPr>
                        <a:t>PricePred</a:t>
                      </a:r>
                      <a:r>
                        <a:rPr lang="en-US" sz="800" b="1" i="0" u="none" strike="noStrike" noProof="0" dirty="0">
                          <a:solidFill>
                            <a:srgbClr val="000000"/>
                          </a:solidFill>
                          <a:effectLst/>
                          <a:highlight>
                            <a:srgbClr val="FEF2CD"/>
                          </a:highlight>
                          <a:latin typeface="Calibri"/>
                        </a:rPr>
                        <a:t>”. Both are linked below. </a:t>
                      </a:r>
                    </a:p>
                    <a:p>
                      <a:pPr lvl="0" algn="ctr">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noProof="0" dirty="0">
                        <a:solidFill>
                          <a:schemeClr val="tx1">
                            <a:lumMod val="75000"/>
                          </a:schemeClr>
                        </a:solidFill>
                        <a:effectLst/>
                        <a:highlight>
                          <a:srgbClr val="FEF2CD"/>
                        </a:highlight>
                        <a:latin typeface="Calibri"/>
                      </a:endParaRPr>
                    </a:p>
                    <a:p>
                      <a:pPr lvl="0" algn="ctr">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LinearRegression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LinearRegression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LogisticRegression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buNone/>
                      </a:pPr>
                      <a:endParaRPr lang="en-US" sz="800" dirty="0">
                        <a:solidFill>
                          <a:srgbClr val="000000"/>
                        </a:solidFill>
                        <a:highlight>
                          <a:srgbClr val="FEF2CD"/>
                        </a:highlight>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LogisticRegression</a:t>
                      </a:r>
                      <a:r>
                        <a:rPr lang="en-US" sz="800" b="1" i="0" u="none" strike="noStrike" noProof="0" dirty="0">
                          <a:solidFill>
                            <a:srgbClr val="000000"/>
                          </a:solidFill>
                          <a:effectLst/>
                          <a:highlight>
                            <a:srgbClr val="FEF2CD"/>
                          </a:highlight>
                          <a:latin typeface="Calibri"/>
                        </a:rPr>
                        <a:t>”, which is linked below. </a:t>
                      </a: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816356810"/>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presented my presentation in week 8 on Friday.</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Link to presentation slides.</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all my code in the creative brief. I believe it is clean and commented where necessary.</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identified shortcomings and proposed potential steps for improving </a:t>
                      </a:r>
                      <a:r>
                        <a:rPr lang="en-US" sz="800" b="1" i="0" u="none" strike="noStrike">
                          <a:solidFill>
                            <a:srgbClr val="000000"/>
                          </a:solidFill>
                          <a:effectLst/>
                          <a:highlight>
                            <a:srgbClr val="FEF2CD"/>
                          </a:highlight>
                          <a:latin typeface="Calibri" panose="020F0502020204030204" pitchFamily="34" charset="0"/>
                        </a:rPr>
                        <a:t>the quality in the Final Report.</a:t>
                      </a:r>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8D9791E-52D0-4ABB-925A-4EAECF798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927</TotalTime>
  <Words>9147</Words>
  <Application>Microsoft Office PowerPoint</Application>
  <PresentationFormat>On-screen Show (16:9)</PresentationFormat>
  <Paragraphs>805</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Roboto Light</vt:lpstr>
      <vt:lpstr>Arial</vt:lpstr>
      <vt:lpstr>Proxima Nova</vt:lpstr>
      <vt:lpstr>Helvetica Neue</vt:lpstr>
      <vt:lpstr>Roboto Thin</vt:lpstr>
      <vt:lpstr>Calibri</vt:lpstr>
      <vt:lpstr>Roboto</vt:lpstr>
      <vt:lpstr>Open Sans</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166</cp:revision>
  <dcterms:modified xsi:type="dcterms:W3CDTF">2025-01-23T23:05:38Z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