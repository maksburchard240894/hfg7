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84" y="8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r>
              <a:rPr lang="en-GB" dirty="0"/>
              <a:t>Sleep good well :</a:t>
            </a:r>
            <a:r>
              <a:rPr lang="en-GB" dirty="0" err="1"/>
              <a:t>thumbsup</a:t>
            </a:r>
            <a:r>
              <a:rPr lang="en-GB"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and have fallen behind more. I also did not catch up with the unfinished work from the previous weeks.</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prepared</a:t>
            </a:r>
            <a:r>
              <a:rPr lang="de-DE" dirty="0"/>
              <a:t> </a:t>
            </a:r>
            <a:r>
              <a:rPr lang="de-DE" dirty="0" err="1"/>
              <a:t>for</a:t>
            </a:r>
            <a:r>
              <a:rPr lang="de-DE" dirty="0"/>
              <a:t> </a:t>
            </a:r>
            <a:r>
              <a:rPr lang="de-DE" dirty="0" err="1"/>
              <a:t>the</a:t>
            </a:r>
            <a:r>
              <a:rPr lang="de-DE" dirty="0"/>
              <a:t> </a:t>
            </a:r>
            <a:r>
              <a:rPr lang="de-DE" dirty="0" err="1"/>
              <a:t>retake</a:t>
            </a:r>
            <a:r>
              <a:rPr lang="de-DE" dirty="0"/>
              <a:t> and </a:t>
            </a:r>
            <a:r>
              <a:rPr lang="de-DE" dirty="0" err="1"/>
              <a:t>continued</a:t>
            </a:r>
            <a:r>
              <a:rPr lang="de-DE" dirty="0"/>
              <a:t> </a:t>
            </a:r>
            <a:r>
              <a:rPr lang="de-DE" dirty="0" err="1"/>
              <a:t>working</a:t>
            </a:r>
            <a:r>
              <a:rPr lang="de-DE" dirty="0"/>
              <a:t> on </a:t>
            </a:r>
            <a:r>
              <a:rPr lang="de-DE" dirty="0" err="1"/>
              <a:t>the</a:t>
            </a:r>
            <a:r>
              <a:rPr lang="de-DE" dirty="0"/>
              <a:t> </a:t>
            </a:r>
            <a:r>
              <a:rPr lang="de-DE" dirty="0" err="1"/>
              <a:t>task</a:t>
            </a:r>
            <a:r>
              <a:rPr lang="de-DE" dirty="0"/>
              <a:t> </a:t>
            </a:r>
            <a:r>
              <a:rPr lang="de-DE" dirty="0" err="1"/>
              <a:t>from</a:t>
            </a:r>
            <a:r>
              <a:rPr lang="de-DE" dirty="0"/>
              <a:t> </a:t>
            </a:r>
            <a:r>
              <a:rPr lang="de-DE" dirty="0" err="1"/>
              <a:t>the</a:t>
            </a:r>
            <a:r>
              <a:rPr lang="de-DE" dirty="0"/>
              <a:t> </a:t>
            </a:r>
            <a:r>
              <a:rPr lang="de-DE" dirty="0" err="1"/>
              <a:t>other</a:t>
            </a:r>
            <a:r>
              <a:rPr lang="de-DE" dirty="0"/>
              <a:t> </a:t>
            </a:r>
            <a:r>
              <a:rPr lang="de-DE" dirty="0" err="1"/>
              <a:t>days</a:t>
            </a:r>
            <a:r>
              <a:rPr lang="de-DE" dirty="0"/>
              <a:t> </a:t>
            </a:r>
            <a:r>
              <a:rPr lang="de-DE" dirty="0" err="1"/>
              <a:t>that</a:t>
            </a:r>
            <a:r>
              <a:rPr lang="de-DE" dirty="0"/>
              <a:t> I </a:t>
            </a:r>
            <a:r>
              <a:rPr lang="de-DE" dirty="0" err="1"/>
              <a:t>wasn</a:t>
            </a:r>
            <a:r>
              <a:rPr lang="de-DE" dirty="0"/>
              <a:t> not sick.</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began</a:t>
            </a:r>
            <a:r>
              <a:rPr lang="de-DE" dirty="0"/>
              <a:t> </a:t>
            </a:r>
            <a:r>
              <a:rPr lang="de-DE" dirty="0" err="1"/>
              <a:t>bad</a:t>
            </a:r>
            <a:r>
              <a:rPr lang="de-DE" dirty="0"/>
              <a:t> </a:t>
            </a:r>
            <a:r>
              <a:rPr lang="de-DE" dirty="0" err="1"/>
              <a:t>with</a:t>
            </a:r>
            <a:r>
              <a:rPr lang="de-DE" dirty="0"/>
              <a:t> </a:t>
            </a:r>
            <a:r>
              <a:rPr lang="de-DE" dirty="0" err="1"/>
              <a:t>me</a:t>
            </a:r>
            <a:r>
              <a:rPr lang="de-DE" dirty="0"/>
              <a:t> </a:t>
            </a:r>
            <a:r>
              <a:rPr lang="de-DE" dirty="0" err="1"/>
              <a:t>being</a:t>
            </a:r>
            <a:r>
              <a:rPr lang="de-DE" dirty="0"/>
              <a:t> sick but </a:t>
            </a:r>
            <a:r>
              <a:rPr lang="de-DE" dirty="0" err="1"/>
              <a:t>it</a:t>
            </a:r>
            <a:r>
              <a:rPr lang="de-DE" dirty="0"/>
              <a:t> </a:t>
            </a:r>
            <a:r>
              <a:rPr lang="de-DE" dirty="0" err="1"/>
              <a:t>did</a:t>
            </a:r>
            <a:r>
              <a:rPr lang="de-DE" dirty="0"/>
              <a:t> turn </a:t>
            </a:r>
            <a:r>
              <a:rPr lang="de-DE" dirty="0" err="1"/>
              <a:t>good</a:t>
            </a:r>
            <a:r>
              <a:rPr lang="de-DE" dirty="0"/>
              <a:t> </a:t>
            </a:r>
            <a:r>
              <a:rPr lang="de-DE" dirty="0" err="1"/>
              <a:t>as</a:t>
            </a:r>
            <a:r>
              <a:rPr lang="de-DE" dirty="0"/>
              <a:t> I </a:t>
            </a:r>
            <a:r>
              <a:rPr lang="de-DE" dirty="0" err="1"/>
              <a:t>prepared</a:t>
            </a:r>
            <a:r>
              <a:rPr lang="de-DE" dirty="0"/>
              <a:t> </a:t>
            </a:r>
            <a:r>
              <a:rPr lang="de-DE" dirty="0" err="1"/>
              <a:t>for</a:t>
            </a:r>
            <a:r>
              <a:rPr lang="de-DE" dirty="0"/>
              <a:t> </a:t>
            </a:r>
            <a:r>
              <a:rPr lang="de-DE" dirty="0" err="1"/>
              <a:t>the</a:t>
            </a:r>
            <a:r>
              <a:rPr lang="de-DE" dirty="0"/>
              <a:t> </a:t>
            </a:r>
            <a:r>
              <a:rPr lang="de-DE" dirty="0" err="1"/>
              <a:t>retakes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Preparation</a:t>
            </a:r>
            <a:r>
              <a:rPr lang="de-DE" dirty="0"/>
              <a:t> </a:t>
            </a:r>
            <a:r>
              <a:rPr lang="de-DE" dirty="0" err="1"/>
              <a:t>for</a:t>
            </a:r>
            <a:r>
              <a:rPr lang="de-DE" dirty="0"/>
              <a:t> </a:t>
            </a:r>
            <a:r>
              <a:rPr lang="de-DE" dirty="0" err="1"/>
              <a:t>the</a:t>
            </a:r>
            <a:r>
              <a:rPr lang="de-DE" dirty="0"/>
              <a:t> </a:t>
            </a:r>
            <a:r>
              <a:rPr lang="de-DE" dirty="0" err="1"/>
              <a:t>retakes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On Tuesday and a </a:t>
            </a:r>
            <a:r>
              <a:rPr lang="de-DE" dirty="0" err="1"/>
              <a:t>bit</a:t>
            </a:r>
            <a:r>
              <a:rPr lang="de-DE" dirty="0"/>
              <a:t> on Wednesday I was sick, so I </a:t>
            </a:r>
            <a:r>
              <a:rPr lang="de-DE" dirty="0" err="1"/>
              <a:t>fell</a:t>
            </a:r>
            <a:r>
              <a:rPr lang="de-DE" dirty="0"/>
              <a:t> </a:t>
            </a:r>
            <a:r>
              <a:rPr lang="de-DE" dirty="0" err="1"/>
              <a:t>behind</a:t>
            </a:r>
            <a:r>
              <a:rPr lang="de-DE" dirty="0"/>
              <a:t> </a:t>
            </a:r>
            <a:r>
              <a:rPr lang="de-DE" dirty="0" err="1"/>
              <a:t>with</a:t>
            </a:r>
            <a:r>
              <a:rPr lang="de-DE" dirty="0"/>
              <a:t> </a:t>
            </a:r>
            <a:r>
              <a:rPr lang="de-DE" dirty="0" err="1"/>
              <a:t>the</a:t>
            </a:r>
            <a:r>
              <a:rPr lang="de-DE" dirty="0"/>
              <a:t> </a:t>
            </a:r>
            <a:r>
              <a:rPr lang="de-DE" dirty="0" err="1"/>
              <a:t>tasks</a:t>
            </a:r>
            <a:r>
              <a:rPr lang="de-DE" dirty="0"/>
              <a:t> </a:t>
            </a:r>
            <a:r>
              <a:rPr lang="de-DE" dirty="0" err="1"/>
              <a:t>for</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I </a:t>
            </a:r>
            <a:r>
              <a:rPr lang="de-DE" dirty="0" err="1"/>
              <a:t>learned</a:t>
            </a:r>
            <a:r>
              <a:rPr lang="de-DE" dirty="0"/>
              <a:t> </a:t>
            </a:r>
            <a:r>
              <a:rPr lang="de-DE" dirty="0" err="1"/>
              <a:t>the</a:t>
            </a:r>
            <a:r>
              <a:rPr lang="de-DE" dirty="0"/>
              <a:t> </a:t>
            </a:r>
            <a:r>
              <a:rPr lang="de-DE" dirty="0" err="1"/>
              <a:t>theory</a:t>
            </a:r>
            <a:r>
              <a:rPr lang="de-DE" dirty="0"/>
              <a:t> </a:t>
            </a:r>
            <a:r>
              <a:rPr lang="de-DE" dirty="0" err="1"/>
              <a:t>behind</a:t>
            </a:r>
            <a:r>
              <a:rPr lang="de-DE" dirty="0"/>
              <a:t> </a:t>
            </a:r>
            <a:r>
              <a:rPr lang="de-DE" dirty="0" err="1"/>
              <a:t>concepts</a:t>
            </a:r>
            <a:r>
              <a:rPr lang="de-DE" dirty="0"/>
              <a:t> such </a:t>
            </a:r>
            <a:r>
              <a:rPr lang="de-DE" dirty="0" err="1"/>
              <a:t>as</a:t>
            </a:r>
            <a:r>
              <a:rPr lang="de-DE" dirty="0"/>
              <a:t> </a:t>
            </a:r>
            <a:r>
              <a:rPr lang="de-DE" dirty="0" err="1"/>
              <a:t>boosting</a:t>
            </a:r>
            <a:r>
              <a:rPr lang="de-DE" dirty="0"/>
              <a:t>, stacking, </a:t>
            </a:r>
            <a:r>
              <a:rPr lang="de-DE" dirty="0" err="1"/>
              <a:t>voting</a:t>
            </a:r>
            <a:r>
              <a:rPr lang="de-DE" dirty="0"/>
              <a:t> </a:t>
            </a:r>
            <a:r>
              <a:rPr lang="de-DE" dirty="0" err="1"/>
              <a:t>classifiers</a:t>
            </a:r>
            <a:r>
              <a:rPr lang="de-DE" dirty="0"/>
              <a:t>, and </a:t>
            </a:r>
            <a:r>
              <a:rPr lang="de-DE" dirty="0" err="1"/>
              <a:t>decision</a:t>
            </a:r>
            <a:r>
              <a:rPr lang="de-DE" dirty="0"/>
              <a:t> </a:t>
            </a:r>
            <a:r>
              <a:rPr lang="de-DE" dirty="0" err="1"/>
              <a:t>trees</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Catch </a:t>
            </a:r>
            <a:r>
              <a:rPr lang="de-DE" dirty="0" err="1"/>
              <a:t>up</a:t>
            </a:r>
            <a:r>
              <a:rPr lang="de-DE" dirty="0"/>
              <a:t> </a:t>
            </a:r>
            <a:r>
              <a:rPr lang="de-DE" dirty="0" err="1"/>
              <a:t>with</a:t>
            </a:r>
            <a:r>
              <a:rPr lang="de-DE" dirty="0"/>
              <a:t> </a:t>
            </a:r>
            <a:r>
              <a:rPr lang="de-DE" dirty="0" err="1"/>
              <a:t>the</a:t>
            </a:r>
            <a:r>
              <a:rPr lang="de-DE" dirty="0"/>
              <a:t> </a:t>
            </a:r>
            <a:r>
              <a:rPr lang="de-DE" dirty="0" err="1"/>
              <a:t>work</a:t>
            </a:r>
            <a:r>
              <a:rPr lang="de-DE" dirty="0"/>
              <a:t> I </a:t>
            </a:r>
            <a:r>
              <a:rPr lang="de-DE" dirty="0" err="1"/>
              <a:t>missed</a:t>
            </a:r>
            <a:r>
              <a:rPr lang="de-DE" dirty="0"/>
              <a:t> </a:t>
            </a:r>
            <a:r>
              <a:rPr lang="de-DE" dirty="0" err="1"/>
              <a:t>this</a:t>
            </a:r>
            <a:r>
              <a:rPr lang="de-DE" dirty="0"/>
              <a:t> </a:t>
            </a:r>
            <a:r>
              <a:rPr lang="de-DE" dirty="0" err="1"/>
              <a:t>week</a:t>
            </a:r>
            <a:r>
              <a:rPr lang="de-DE"/>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begin</a:t>
            </a:r>
            <a:r>
              <a:rPr lang="de-DE" dirty="0"/>
              <a:t> </a:t>
            </a:r>
            <a:r>
              <a:rPr lang="de-DE" dirty="0" err="1"/>
              <a:t>working</a:t>
            </a:r>
            <a:r>
              <a:rPr lang="de-DE" dirty="0"/>
              <a:t> on </a:t>
            </a:r>
            <a:r>
              <a:rPr lang="de-DE" dirty="0" err="1"/>
              <a:t>by</a:t>
            </a:r>
            <a:r>
              <a:rPr lang="de-DE" dirty="0"/>
              <a:t> </a:t>
            </a:r>
            <a:r>
              <a:rPr lang="de-DE" dirty="0" err="1"/>
              <a:t>backlog</a:t>
            </a:r>
            <a:r>
              <a:rPr lang="de-DE" dirty="0"/>
              <a:t> </a:t>
            </a:r>
            <a:r>
              <a:rPr lang="de-DE" dirty="0" err="1"/>
              <a:t>of</a:t>
            </a:r>
            <a:r>
              <a:rPr lang="de-DE" dirty="0"/>
              <a:t> </a:t>
            </a:r>
            <a:r>
              <a:rPr lang="de-DE" dirty="0" err="1"/>
              <a:t>tasks</a:t>
            </a:r>
            <a:r>
              <a:rPr lang="de-DE" dirty="0"/>
              <a:t> </a:t>
            </a:r>
            <a:r>
              <a:rPr lang="de-DE" dirty="0" err="1"/>
              <a:t>from</a:t>
            </a:r>
            <a:r>
              <a:rPr lang="de-DE" dirty="0"/>
              <a:t> </a:t>
            </a:r>
            <a:r>
              <a:rPr lang="de-DE" dirty="0" err="1"/>
              <a:t>previous</a:t>
            </a:r>
            <a:r>
              <a:rPr lang="de-DE" dirty="0"/>
              <a:t> </a:t>
            </a:r>
            <a:r>
              <a:rPr lang="de-DE" dirty="0" err="1"/>
              <a:t>weeks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632</TotalTime>
  <Words>6415</Words>
  <Application>Microsoft Office PowerPoint</Application>
  <PresentationFormat>On-screen Show (16:9)</PresentationFormat>
  <Paragraphs>581</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Roboto</vt:lpstr>
      <vt:lpstr>Open Sans</vt:lpstr>
      <vt:lpstr>Roboto Thin</vt:lpstr>
      <vt:lpstr>Proxima Nova</vt:lpstr>
      <vt:lpstr>Roboto Light</vt:lpstr>
      <vt:lpstr>Helvetica Neue</vt:lpstr>
      <vt:lpstr>Calibri</vt:lpstr>
      <vt:lpstr>Arial</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45</cp:revision>
  <dcterms:modified xsi:type="dcterms:W3CDTF">2024-12-17T08:28:43Z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