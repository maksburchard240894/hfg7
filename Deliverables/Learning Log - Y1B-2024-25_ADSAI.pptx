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0" d="100"/>
          <a:sy n="140" d="100"/>
        </p:scale>
        <p:origin x="284" y="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9.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9.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9.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9.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9.svg"/></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19.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Reaching</a:t>
            </a:r>
            <a:r>
              <a:rPr lang="de-DE" dirty="0"/>
              <a:t> </a:t>
            </a:r>
            <a:r>
              <a:rPr lang="de-DE" dirty="0" err="1"/>
              <a:t>my</a:t>
            </a:r>
            <a:r>
              <a:rPr lang="de-DE" dirty="0"/>
              <a:t> SMARTER </a:t>
            </a:r>
            <a:r>
              <a:rPr lang="de-DE" dirty="0" err="1"/>
              <a:t>goals</a:t>
            </a:r>
            <a:r>
              <a:rPr lang="de-DE" dirty="0"/>
              <a:t>.</a:t>
            </a: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de-DE" dirty="0"/>
              <a:t>My f</a:t>
            </a:r>
            <a:r>
              <a:rPr lang="pl-PL" dirty="0"/>
              <a:t>irst goal is to reach 320 hours</a:t>
            </a:r>
            <a:r>
              <a:rPr lang="de-DE" dirty="0"/>
              <a:t> </a:t>
            </a:r>
            <a:r>
              <a:rPr lang="de-DE" dirty="0" err="1"/>
              <a:t>of</a:t>
            </a:r>
            <a:r>
              <a:rPr lang="de-DE" dirty="0"/>
              <a:t> </a:t>
            </a:r>
            <a:r>
              <a:rPr lang="de-DE" dirty="0" err="1"/>
              <a:t>work</a:t>
            </a:r>
            <a:r>
              <a:rPr lang="de-DE" dirty="0"/>
              <a:t> </a:t>
            </a:r>
            <a:r>
              <a:rPr lang="de-DE" dirty="0" err="1"/>
              <a:t>done</a:t>
            </a:r>
            <a:r>
              <a:rPr lang="de-DE" dirty="0"/>
              <a:t> </a:t>
            </a:r>
            <a:r>
              <a:rPr lang="de-DE" dirty="0" err="1"/>
              <a:t>this</a:t>
            </a:r>
            <a:r>
              <a:rPr lang="de-DE" dirty="0"/>
              <a:t> block</a:t>
            </a:r>
            <a:r>
              <a:rPr lang="pl-PL" dirty="0"/>
              <a:t>. I should aim for getting 40 hours of work each week and if I don’t reach it, I need to compensate for that by doing more work next week.</a:t>
            </a:r>
            <a:r>
              <a:rPr lang="de-DE" dirty="0"/>
              <a:t> This </a:t>
            </a:r>
            <a:r>
              <a:rPr lang="de-DE" dirty="0" err="1"/>
              <a:t>can</a:t>
            </a:r>
            <a:r>
              <a:rPr lang="de-DE" dirty="0"/>
              <a:t> </a:t>
            </a:r>
            <a:r>
              <a:rPr lang="de-DE" dirty="0" err="1"/>
              <a:t>be</a:t>
            </a:r>
            <a:r>
              <a:rPr lang="de-DE" dirty="0"/>
              <a:t> </a:t>
            </a:r>
            <a:r>
              <a:rPr lang="de-DE" dirty="0" err="1"/>
              <a:t>easily</a:t>
            </a:r>
            <a:r>
              <a:rPr lang="de-DE" dirty="0"/>
              <a:t> </a:t>
            </a:r>
            <a:r>
              <a:rPr lang="de-DE" dirty="0" err="1"/>
              <a:t>measured</a:t>
            </a:r>
            <a:r>
              <a:rPr lang="de-DE" dirty="0"/>
              <a:t> </a:t>
            </a:r>
            <a:r>
              <a:rPr lang="de-DE" dirty="0" err="1"/>
              <a:t>if</a:t>
            </a:r>
            <a:r>
              <a:rPr lang="de-DE" dirty="0"/>
              <a:t> I log </a:t>
            </a:r>
            <a:r>
              <a:rPr lang="de-DE" dirty="0" err="1"/>
              <a:t>my</a:t>
            </a:r>
            <a:r>
              <a:rPr lang="de-DE" dirty="0"/>
              <a:t> </a:t>
            </a:r>
            <a:r>
              <a:rPr lang="de-DE" dirty="0" err="1"/>
              <a:t>hours</a:t>
            </a:r>
            <a:r>
              <a:rPr lang="de-DE" dirty="0"/>
              <a:t> </a:t>
            </a:r>
            <a:r>
              <a:rPr lang="de-DE" dirty="0" err="1"/>
              <a:t>correctly</a:t>
            </a:r>
            <a:r>
              <a:rPr lang="de-DE" dirty="0"/>
              <a:t> in </a:t>
            </a:r>
            <a:r>
              <a:rPr lang="de-DE" dirty="0" err="1"/>
              <a:t>the</a:t>
            </a:r>
            <a:r>
              <a:rPr lang="de-DE" dirty="0"/>
              <a:t> </a:t>
            </a:r>
            <a:r>
              <a:rPr lang="de-DE" dirty="0" err="1"/>
              <a:t>WorkLog</a:t>
            </a:r>
            <a:r>
              <a:rPr lang="de-DE" dirty="0"/>
              <a:t>. This will </a:t>
            </a:r>
            <a:r>
              <a:rPr lang="de-DE" dirty="0" err="1"/>
              <a:t>help</a:t>
            </a:r>
            <a:r>
              <a:rPr lang="de-DE" dirty="0"/>
              <a:t> </a:t>
            </a:r>
            <a:r>
              <a:rPr lang="de-DE" dirty="0" err="1"/>
              <a:t>me</a:t>
            </a:r>
            <a:r>
              <a:rPr lang="de-DE" dirty="0"/>
              <a:t> </a:t>
            </a:r>
            <a:r>
              <a:rPr lang="de-DE" dirty="0" err="1"/>
              <a:t>with</a:t>
            </a:r>
            <a:r>
              <a:rPr lang="de-DE" dirty="0"/>
              <a:t> </a:t>
            </a:r>
            <a:r>
              <a:rPr lang="de-DE" dirty="0" err="1"/>
              <a:t>learning</a:t>
            </a:r>
            <a:r>
              <a:rPr lang="de-DE" dirty="0"/>
              <a:t> </a:t>
            </a:r>
            <a:r>
              <a:rPr lang="de-DE" dirty="0" err="1"/>
              <a:t>how</a:t>
            </a:r>
            <a:r>
              <a:rPr lang="de-DE" dirty="0"/>
              <a:t> </a:t>
            </a:r>
            <a:r>
              <a:rPr lang="de-DE" dirty="0" err="1"/>
              <a:t>to</a:t>
            </a:r>
            <a:r>
              <a:rPr lang="de-DE" dirty="0"/>
              <a:t> plan </a:t>
            </a:r>
            <a:r>
              <a:rPr lang="de-DE" dirty="0" err="1"/>
              <a:t>my</a:t>
            </a:r>
            <a:r>
              <a:rPr lang="de-DE" dirty="0"/>
              <a:t> time in </a:t>
            </a:r>
            <a:r>
              <a:rPr lang="de-DE" dirty="0" err="1"/>
              <a:t>correctly</a:t>
            </a:r>
            <a:r>
              <a:rPr lang="de-DE" dirty="0"/>
              <a:t> and </a:t>
            </a:r>
            <a:r>
              <a:rPr lang="de-DE" dirty="0" err="1"/>
              <a:t>to</a:t>
            </a:r>
            <a:r>
              <a:rPr lang="de-DE" dirty="0"/>
              <a:t> </a:t>
            </a:r>
            <a:r>
              <a:rPr lang="de-DE" dirty="0" err="1"/>
              <a:t>actually</a:t>
            </a:r>
            <a:r>
              <a:rPr lang="de-DE" dirty="0"/>
              <a:t> pull </a:t>
            </a:r>
            <a:r>
              <a:rPr lang="de-DE" dirty="0" err="1"/>
              <a:t>through</a:t>
            </a:r>
            <a:r>
              <a:rPr lang="de-DE" dirty="0"/>
              <a:t> on </a:t>
            </a:r>
            <a:r>
              <a:rPr lang="de-DE" dirty="0" err="1"/>
              <a:t>them</a:t>
            </a:r>
            <a:r>
              <a:rPr lang="de-DE" dirty="0"/>
              <a:t>.</a:t>
            </a:r>
            <a:br>
              <a:rPr lang="de-DE" dirty="0"/>
            </a:br>
            <a:r>
              <a:rPr lang="de-DE" dirty="0"/>
              <a:t>READJUSTMENT: On 06/01/2025, I </a:t>
            </a:r>
            <a:r>
              <a:rPr lang="de-DE" dirty="0" err="1"/>
              <a:t>readjusted</a:t>
            </a:r>
            <a:r>
              <a:rPr lang="de-DE" dirty="0"/>
              <a:t> </a:t>
            </a:r>
            <a:r>
              <a:rPr lang="de-DE" dirty="0" err="1"/>
              <a:t>this</a:t>
            </a:r>
            <a:r>
              <a:rPr lang="de-DE" dirty="0"/>
              <a:t> </a:t>
            </a:r>
            <a:r>
              <a:rPr lang="de-DE" dirty="0" err="1"/>
              <a:t>goal</a:t>
            </a:r>
            <a:r>
              <a:rPr lang="de-DE" dirty="0"/>
              <a:t> down </a:t>
            </a:r>
            <a:r>
              <a:rPr lang="de-DE" dirty="0" err="1"/>
              <a:t>to</a:t>
            </a:r>
            <a:r>
              <a:rPr lang="de-DE" dirty="0"/>
              <a:t> 240 </a:t>
            </a:r>
            <a:r>
              <a:rPr lang="de-DE" dirty="0" err="1"/>
              <a:t>hours</a:t>
            </a:r>
            <a:r>
              <a:rPr lang="de-DE" dirty="0"/>
              <a:t> (30 </a:t>
            </a:r>
            <a:r>
              <a:rPr lang="de-DE" dirty="0" err="1"/>
              <a:t>hours</a:t>
            </a:r>
            <a:r>
              <a:rPr lang="de-DE" dirty="0"/>
              <a:t> per </a:t>
            </a:r>
            <a:r>
              <a:rPr lang="de-DE" dirty="0" err="1"/>
              <a:t>week</a:t>
            </a:r>
            <a:r>
              <a:rPr lang="de-DE" dirty="0"/>
              <a:t>) </a:t>
            </a:r>
            <a:r>
              <a:rPr lang="de-DE" dirty="0" err="1"/>
              <a:t>as</a:t>
            </a:r>
            <a:r>
              <a:rPr lang="de-DE" dirty="0"/>
              <a:t> I do not </a:t>
            </a:r>
            <a:r>
              <a:rPr lang="de-DE" dirty="0" err="1"/>
              <a:t>believe</a:t>
            </a:r>
            <a:r>
              <a:rPr lang="de-DE" dirty="0"/>
              <a:t> I </a:t>
            </a:r>
            <a:r>
              <a:rPr lang="de-DE" dirty="0" err="1"/>
              <a:t>can</a:t>
            </a:r>
            <a:r>
              <a:rPr lang="de-DE" dirty="0"/>
              <a:t> </a:t>
            </a:r>
            <a:r>
              <a:rPr lang="de-DE" dirty="0" err="1"/>
              <a:t>reach</a:t>
            </a:r>
            <a:r>
              <a:rPr lang="de-DE" dirty="0"/>
              <a:t> </a:t>
            </a:r>
            <a:r>
              <a:rPr lang="de-DE" dirty="0" err="1"/>
              <a:t>my</a:t>
            </a:r>
            <a:r>
              <a:rPr lang="de-DE" dirty="0"/>
              <a:t> original </a:t>
            </a:r>
            <a:r>
              <a:rPr lang="de-DE" dirty="0" err="1"/>
              <a:t>goal</a:t>
            </a:r>
            <a:r>
              <a:rPr lang="de-DE" dirty="0"/>
              <a:t> </a:t>
            </a:r>
            <a:r>
              <a:rPr lang="de-DE" dirty="0" err="1"/>
              <a:t>anymore</a:t>
            </a:r>
            <a:r>
              <a:rPr lang="de-DE"/>
              <a:t>.</a:t>
            </a:r>
            <a:endParaRPr lang="de-DE" dirty="0"/>
          </a:p>
          <a:p>
            <a:pPr marL="0" lvl="0" indent="0" algn="just" rtl="0">
              <a:spcBef>
                <a:spcPts val="800"/>
              </a:spcBef>
              <a:spcAft>
                <a:spcPts val="800"/>
              </a:spcAft>
              <a:buNone/>
            </a:pPr>
            <a:r>
              <a:rPr lang="de-DE" dirty="0"/>
              <a:t>My </a:t>
            </a:r>
            <a:r>
              <a:rPr lang="de-DE" dirty="0" err="1"/>
              <a:t>second</a:t>
            </a:r>
            <a:r>
              <a:rPr lang="de-DE" dirty="0"/>
              <a:t> </a:t>
            </a:r>
            <a:r>
              <a:rPr lang="de-DE" dirty="0" err="1"/>
              <a:t>goal</a:t>
            </a:r>
            <a:r>
              <a:rPr lang="de-DE" dirty="0"/>
              <a:t> </a:t>
            </a:r>
            <a:r>
              <a:rPr lang="de-DE" dirty="0" err="1"/>
              <a:t>is</a:t>
            </a:r>
            <a:r>
              <a:rPr lang="de-DE" dirty="0"/>
              <a:t> </a:t>
            </a:r>
            <a:r>
              <a:rPr lang="de-DE" dirty="0" err="1"/>
              <a:t>to</a:t>
            </a:r>
            <a:r>
              <a:rPr lang="de-DE" dirty="0"/>
              <a:t> </a:t>
            </a:r>
            <a:r>
              <a:rPr lang="de-DE" dirty="0" err="1"/>
              <a:t>have</a:t>
            </a:r>
            <a:r>
              <a:rPr lang="de-DE" dirty="0"/>
              <a:t> a </a:t>
            </a:r>
            <a:r>
              <a:rPr lang="de-DE" dirty="0" err="1"/>
              <a:t>better</a:t>
            </a:r>
            <a:r>
              <a:rPr lang="de-DE" dirty="0"/>
              <a:t> </a:t>
            </a:r>
            <a:r>
              <a:rPr lang="de-DE" dirty="0" err="1"/>
              <a:t>sleep</a:t>
            </a:r>
            <a:r>
              <a:rPr lang="de-DE" dirty="0"/>
              <a:t> </a:t>
            </a:r>
            <a:r>
              <a:rPr lang="de-DE" dirty="0" err="1"/>
              <a:t>schedule</a:t>
            </a:r>
            <a:r>
              <a:rPr lang="de-DE" dirty="0"/>
              <a:t>. In </a:t>
            </a:r>
            <a:r>
              <a:rPr lang="de-DE" dirty="0" err="1"/>
              <a:t>the</a:t>
            </a:r>
            <a:r>
              <a:rPr lang="de-DE" dirty="0"/>
              <a:t> </a:t>
            </a:r>
            <a:r>
              <a:rPr lang="de-DE" dirty="0" err="1"/>
              <a:t>previous</a:t>
            </a:r>
            <a:r>
              <a:rPr lang="de-DE" dirty="0"/>
              <a:t> block, I </a:t>
            </a:r>
            <a:r>
              <a:rPr lang="de-DE" dirty="0" err="1"/>
              <a:t>have</a:t>
            </a:r>
            <a:r>
              <a:rPr lang="de-DE" dirty="0"/>
              <a:t> </a:t>
            </a:r>
            <a:r>
              <a:rPr lang="de-DE" dirty="0" err="1"/>
              <a:t>had</a:t>
            </a:r>
            <a:r>
              <a:rPr lang="de-DE" dirty="0"/>
              <a:t> </a:t>
            </a:r>
            <a:r>
              <a:rPr lang="de-DE" dirty="0" err="1"/>
              <a:t>some</a:t>
            </a:r>
            <a:r>
              <a:rPr lang="de-DE" dirty="0"/>
              <a:t> </a:t>
            </a:r>
            <a:r>
              <a:rPr lang="de-DE" dirty="0" err="1"/>
              <a:t>struggles</a:t>
            </a:r>
            <a:r>
              <a:rPr lang="de-DE" dirty="0"/>
              <a:t> </a:t>
            </a:r>
            <a:r>
              <a:rPr lang="de-DE" dirty="0" err="1"/>
              <a:t>with</a:t>
            </a:r>
            <a:r>
              <a:rPr lang="de-DE" dirty="0"/>
              <a:t> </a:t>
            </a:r>
            <a:r>
              <a:rPr lang="de-DE" dirty="0" err="1"/>
              <a:t>sleep</a:t>
            </a:r>
            <a:r>
              <a:rPr lang="de-DE" dirty="0"/>
              <a:t> on </a:t>
            </a:r>
            <a:r>
              <a:rPr lang="de-DE" dirty="0" err="1"/>
              <a:t>certain</a:t>
            </a:r>
            <a:r>
              <a:rPr lang="de-DE" dirty="0"/>
              <a:t> </a:t>
            </a:r>
            <a:r>
              <a:rPr lang="de-DE" dirty="0" err="1"/>
              <a:t>days</a:t>
            </a:r>
            <a:r>
              <a:rPr lang="de-DE" dirty="0"/>
              <a:t> and </a:t>
            </a:r>
            <a:r>
              <a:rPr lang="de-DE" dirty="0" err="1"/>
              <a:t>my</a:t>
            </a:r>
            <a:r>
              <a:rPr lang="de-DE" dirty="0"/>
              <a:t> </a:t>
            </a:r>
            <a:r>
              <a:rPr lang="de-DE" dirty="0" err="1"/>
              <a:t>goal</a:t>
            </a:r>
            <a:r>
              <a:rPr lang="de-DE" dirty="0"/>
              <a:t> </a:t>
            </a:r>
            <a:r>
              <a:rPr lang="de-DE" dirty="0" err="1"/>
              <a:t>this</a:t>
            </a:r>
            <a:r>
              <a:rPr lang="de-DE" dirty="0"/>
              <a:t> block </a:t>
            </a:r>
            <a:r>
              <a:rPr lang="de-DE" dirty="0" err="1"/>
              <a:t>is</a:t>
            </a:r>
            <a:r>
              <a:rPr lang="de-DE" dirty="0"/>
              <a:t> </a:t>
            </a:r>
            <a:r>
              <a:rPr lang="de-DE" dirty="0" err="1"/>
              <a:t>to</a:t>
            </a:r>
            <a:r>
              <a:rPr lang="de-DE" dirty="0"/>
              <a:t> </a:t>
            </a:r>
            <a:r>
              <a:rPr lang="de-DE" dirty="0" err="1"/>
              <a:t>improve</a:t>
            </a:r>
            <a:r>
              <a:rPr lang="de-DE" dirty="0"/>
              <a:t> </a:t>
            </a:r>
            <a:r>
              <a:rPr lang="de-DE" dirty="0" err="1"/>
              <a:t>my</a:t>
            </a:r>
            <a:r>
              <a:rPr lang="de-DE" dirty="0"/>
              <a:t> </a:t>
            </a:r>
            <a:r>
              <a:rPr lang="de-DE" dirty="0" err="1"/>
              <a:t>rythm</a:t>
            </a:r>
            <a:r>
              <a:rPr lang="de-DE" dirty="0"/>
              <a:t> </a:t>
            </a:r>
            <a:r>
              <a:rPr lang="de-DE" dirty="0" err="1"/>
              <a:t>when</a:t>
            </a:r>
            <a:r>
              <a:rPr lang="de-DE" dirty="0"/>
              <a:t> </a:t>
            </a:r>
            <a:r>
              <a:rPr lang="de-DE" dirty="0" err="1"/>
              <a:t>it</a:t>
            </a:r>
            <a:r>
              <a:rPr lang="de-DE" dirty="0"/>
              <a:t> </a:t>
            </a:r>
            <a:r>
              <a:rPr lang="de-DE" dirty="0" err="1"/>
              <a:t>comes</a:t>
            </a:r>
            <a:r>
              <a:rPr lang="de-DE" dirty="0"/>
              <a:t> </a:t>
            </a:r>
            <a:r>
              <a:rPr lang="de-DE" dirty="0" err="1"/>
              <a:t>to</a:t>
            </a:r>
            <a:r>
              <a:rPr lang="de-DE" dirty="0"/>
              <a:t> </a:t>
            </a:r>
            <a:r>
              <a:rPr lang="de-DE" dirty="0" err="1"/>
              <a:t>sleep</a:t>
            </a:r>
            <a:r>
              <a:rPr lang="de-DE" dirty="0"/>
              <a:t>. </a:t>
            </a:r>
            <a:r>
              <a:rPr lang="de-DE" dirty="0" err="1"/>
              <a:t>Unfortunately</a:t>
            </a:r>
            <a:r>
              <a:rPr lang="de-DE" dirty="0"/>
              <a:t>, </a:t>
            </a:r>
            <a:r>
              <a:rPr lang="de-DE" dirty="0" err="1"/>
              <a:t>this</a:t>
            </a:r>
            <a:r>
              <a:rPr lang="de-DE" dirty="0"/>
              <a:t> </a:t>
            </a:r>
            <a:r>
              <a:rPr lang="de-DE" dirty="0" err="1"/>
              <a:t>goal</a:t>
            </a:r>
            <a:r>
              <a:rPr lang="de-DE" dirty="0"/>
              <a:t> </a:t>
            </a:r>
            <a:r>
              <a:rPr lang="de-DE" dirty="0" err="1"/>
              <a:t>is</a:t>
            </a:r>
            <a:r>
              <a:rPr lang="de-DE" dirty="0"/>
              <a:t> </a:t>
            </a:r>
            <a:r>
              <a:rPr lang="de-DE" dirty="0" err="1"/>
              <a:t>less</a:t>
            </a:r>
            <a:r>
              <a:rPr lang="de-DE" dirty="0"/>
              <a:t> </a:t>
            </a:r>
            <a:r>
              <a:rPr lang="de-DE" dirty="0" err="1"/>
              <a:t>measurable</a:t>
            </a:r>
            <a:r>
              <a:rPr lang="de-DE" dirty="0"/>
              <a:t> </a:t>
            </a:r>
            <a:r>
              <a:rPr lang="de-DE" dirty="0" err="1"/>
              <a:t>than</a:t>
            </a:r>
            <a:r>
              <a:rPr lang="de-DE" dirty="0"/>
              <a:t> </a:t>
            </a:r>
            <a:r>
              <a:rPr lang="de-DE" dirty="0" err="1"/>
              <a:t>my</a:t>
            </a:r>
            <a:r>
              <a:rPr lang="de-DE" dirty="0"/>
              <a:t> </a:t>
            </a:r>
            <a:r>
              <a:rPr lang="de-DE" dirty="0" err="1"/>
              <a:t>first</a:t>
            </a:r>
            <a:r>
              <a:rPr lang="de-DE" dirty="0"/>
              <a:t> </a:t>
            </a:r>
            <a:r>
              <a:rPr lang="de-DE" dirty="0" err="1"/>
              <a:t>one</a:t>
            </a:r>
            <a:r>
              <a:rPr lang="de-DE" dirty="0"/>
              <a:t>, but I </a:t>
            </a:r>
            <a:r>
              <a:rPr lang="de-DE" dirty="0" err="1"/>
              <a:t>believe</a:t>
            </a:r>
            <a:r>
              <a:rPr lang="de-DE" dirty="0"/>
              <a:t> </a:t>
            </a:r>
            <a:r>
              <a:rPr lang="de-DE" dirty="0" err="1"/>
              <a:t>it</a:t>
            </a:r>
            <a:r>
              <a:rPr lang="de-DE" dirty="0"/>
              <a:t> </a:t>
            </a:r>
            <a:r>
              <a:rPr lang="de-DE" dirty="0" err="1"/>
              <a:t>can</a:t>
            </a:r>
            <a:r>
              <a:rPr lang="de-DE" dirty="0"/>
              <a:t> still </a:t>
            </a:r>
            <a:r>
              <a:rPr lang="de-DE" dirty="0" err="1"/>
              <a:t>be</a:t>
            </a:r>
            <a:r>
              <a:rPr lang="de-DE" dirty="0"/>
              <a:t> </a:t>
            </a:r>
            <a:r>
              <a:rPr lang="de-DE" dirty="0" err="1"/>
              <a:t>done</a:t>
            </a:r>
            <a:r>
              <a:rPr lang="de-DE" dirty="0"/>
              <a:t>. This will </a:t>
            </a:r>
            <a:r>
              <a:rPr lang="de-DE" dirty="0" err="1"/>
              <a:t>help</a:t>
            </a:r>
            <a:r>
              <a:rPr lang="de-DE" dirty="0"/>
              <a:t> </a:t>
            </a:r>
            <a:r>
              <a:rPr lang="de-DE" dirty="0" err="1"/>
              <a:t>with</a:t>
            </a:r>
            <a:r>
              <a:rPr lang="de-DE" dirty="0"/>
              <a:t> </a:t>
            </a:r>
            <a:r>
              <a:rPr lang="de-DE" dirty="0" err="1"/>
              <a:t>my</a:t>
            </a:r>
            <a:r>
              <a:rPr lang="de-DE" dirty="0"/>
              <a:t> </a:t>
            </a:r>
            <a:r>
              <a:rPr lang="de-DE" dirty="0" err="1"/>
              <a:t>concentration</a:t>
            </a:r>
            <a:r>
              <a:rPr lang="de-DE" dirty="0"/>
              <a:t> </a:t>
            </a:r>
            <a:r>
              <a:rPr lang="de-DE" dirty="0" err="1"/>
              <a:t>during</a:t>
            </a:r>
            <a:r>
              <a:rPr lang="de-DE" dirty="0"/>
              <a:t> </a:t>
            </a:r>
            <a:r>
              <a:rPr lang="de-DE" dirty="0" err="1"/>
              <a:t>school</a:t>
            </a:r>
            <a:r>
              <a:rPr lang="de-DE" dirty="0"/>
              <a:t> </a:t>
            </a:r>
            <a:r>
              <a:rPr lang="de-DE" dirty="0" err="1"/>
              <a:t>hours</a:t>
            </a:r>
            <a:r>
              <a:rPr lang="de-DE" dirty="0"/>
              <a:t> and on </a:t>
            </a:r>
            <a:r>
              <a:rPr lang="de-DE" dirty="0" err="1"/>
              <a:t>DataLab</a:t>
            </a:r>
            <a:r>
              <a:rPr lang="de-DE" dirty="0"/>
              <a:t> </a:t>
            </a:r>
            <a:r>
              <a:rPr lang="de-DE" dirty="0" err="1"/>
              <a:t>days</a:t>
            </a:r>
            <a:r>
              <a:rPr lang="de-DE" dirty="0"/>
              <a:t>.</a:t>
            </a:r>
            <a:endParaRPr lang="pl-PL" dirty="0"/>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lang="de-DE" dirty="0"/>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I </a:t>
            </a:r>
            <a:r>
              <a:rPr lang="de-DE" dirty="0" err="1"/>
              <a:t>have</a:t>
            </a:r>
            <a:r>
              <a:rPr lang="de-DE" dirty="0"/>
              <a:t> </a:t>
            </a:r>
            <a:r>
              <a:rPr lang="de-DE" dirty="0" err="1"/>
              <a:t>almost</a:t>
            </a:r>
            <a:r>
              <a:rPr lang="de-DE" dirty="0"/>
              <a:t> </a:t>
            </a:r>
            <a:r>
              <a:rPr lang="de-DE" dirty="0" err="1"/>
              <a:t>reached</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for</a:t>
            </a:r>
            <a:r>
              <a:rPr lang="de-DE" dirty="0"/>
              <a:t> </a:t>
            </a:r>
            <a:r>
              <a:rPr lang="de-DE" dirty="0" err="1"/>
              <a:t>this</a:t>
            </a:r>
            <a:r>
              <a:rPr lang="de-DE" dirty="0"/>
              <a:t> </a:t>
            </a:r>
            <a:r>
              <a:rPr lang="de-DE" dirty="0" err="1"/>
              <a:t>week</a:t>
            </a:r>
            <a:r>
              <a:rPr lang="de-DE" dirty="0"/>
              <a:t>, and so I </a:t>
            </a:r>
            <a:r>
              <a:rPr lang="de-DE" dirty="0" err="1"/>
              <a:t>need</a:t>
            </a:r>
            <a:r>
              <a:rPr lang="de-DE" dirty="0"/>
              <a:t> </a:t>
            </a:r>
            <a:r>
              <a:rPr lang="de-DE" dirty="0" err="1"/>
              <a:t>to</a:t>
            </a:r>
            <a:r>
              <a:rPr lang="de-DE" dirty="0"/>
              <a:t> </a:t>
            </a:r>
            <a:r>
              <a:rPr lang="de-DE" dirty="0" err="1"/>
              <a:t>work</a:t>
            </a:r>
            <a:r>
              <a:rPr lang="de-DE" dirty="0"/>
              <a:t> 5 </a:t>
            </a:r>
            <a:r>
              <a:rPr lang="de-DE" dirty="0" err="1"/>
              <a:t>hours</a:t>
            </a:r>
            <a:r>
              <a:rPr lang="de-DE" dirty="0"/>
              <a:t> </a:t>
            </a:r>
            <a:r>
              <a:rPr lang="de-DE" dirty="0" err="1"/>
              <a:t>more</a:t>
            </a:r>
            <a:r>
              <a:rPr lang="de-DE" dirty="0"/>
              <a:t> in </a:t>
            </a:r>
            <a:r>
              <a:rPr lang="de-DE" dirty="0" err="1"/>
              <a:t>the</a:t>
            </a:r>
            <a:r>
              <a:rPr lang="de-DE" dirty="0"/>
              <a:t> </a:t>
            </a:r>
            <a:r>
              <a:rPr lang="de-DE" dirty="0" err="1"/>
              <a:t>next</a:t>
            </a:r>
            <a:r>
              <a:rPr lang="de-DE" dirty="0"/>
              <a:t> </a:t>
            </a:r>
            <a:r>
              <a:rPr lang="de-DE" dirty="0" err="1"/>
              <a:t>week</a:t>
            </a:r>
            <a:r>
              <a:rPr lang="de-DE" dirty="0"/>
              <a:t> </a:t>
            </a:r>
            <a:r>
              <a:rPr lang="de-DE" dirty="0" err="1"/>
              <a:t>to</a:t>
            </a:r>
            <a:r>
              <a:rPr lang="de-DE" dirty="0"/>
              <a:t> </a:t>
            </a:r>
            <a:r>
              <a:rPr lang="de-DE" dirty="0" err="1"/>
              <a:t>compensate</a:t>
            </a:r>
            <a:r>
              <a:rPr lang="de-DE" dirty="0"/>
              <a:t> </a:t>
            </a:r>
            <a:r>
              <a:rPr lang="de-DE" dirty="0" err="1"/>
              <a:t>for</a:t>
            </a:r>
            <a:r>
              <a:rPr lang="de-DE" dirty="0"/>
              <a:t> </a:t>
            </a:r>
            <a:r>
              <a:rPr lang="de-DE" dirty="0" err="1"/>
              <a:t>this</a:t>
            </a:r>
            <a:r>
              <a:rPr lang="de-DE" dirty="0"/>
              <a:t>. In </a:t>
            </a:r>
            <a:r>
              <a:rPr lang="de-DE" dirty="0" err="1"/>
              <a:t>terms</a:t>
            </a:r>
            <a:r>
              <a:rPr lang="de-DE" dirty="0"/>
              <a:t> </a:t>
            </a:r>
            <a:r>
              <a:rPr lang="de-DE" dirty="0" err="1"/>
              <a:t>of</a:t>
            </a:r>
            <a:r>
              <a:rPr lang="de-DE" dirty="0"/>
              <a:t> </a:t>
            </a:r>
            <a:r>
              <a:rPr lang="de-DE" dirty="0" err="1"/>
              <a:t>sleeping</a:t>
            </a:r>
            <a:r>
              <a:rPr lang="de-DE" dirty="0"/>
              <a:t>, I </a:t>
            </a:r>
            <a:r>
              <a:rPr lang="de-DE" dirty="0" err="1"/>
              <a:t>have</a:t>
            </a:r>
            <a:r>
              <a:rPr lang="de-DE" dirty="0"/>
              <a:t> not </a:t>
            </a:r>
            <a:r>
              <a:rPr lang="de-DE" dirty="0" err="1"/>
              <a:t>begun</a:t>
            </a:r>
            <a:r>
              <a:rPr lang="de-DE" dirty="0"/>
              <a:t> </a:t>
            </a:r>
            <a:r>
              <a:rPr lang="de-DE" dirty="0" err="1"/>
              <a:t>trying</a:t>
            </a:r>
            <a:r>
              <a:rPr lang="de-DE" dirty="0"/>
              <a:t> </a:t>
            </a:r>
            <a:r>
              <a:rPr lang="de-DE" dirty="0" err="1"/>
              <a:t>to</a:t>
            </a:r>
            <a:r>
              <a:rPr lang="de-DE" dirty="0"/>
              <a:t> </a:t>
            </a:r>
            <a:r>
              <a:rPr lang="de-DE" dirty="0" err="1"/>
              <a:t>set</a:t>
            </a:r>
            <a:r>
              <a:rPr lang="de-DE" dirty="0"/>
              <a:t> a </a:t>
            </a:r>
            <a:r>
              <a:rPr lang="de-DE" dirty="0" err="1"/>
              <a:t>rhythm</a:t>
            </a:r>
            <a:r>
              <a:rPr lang="de-DE" dirty="0"/>
              <a:t> </a:t>
            </a:r>
            <a:r>
              <a:rPr lang="de-DE" dirty="0" err="1"/>
              <a:t>yet</a:t>
            </a:r>
            <a:r>
              <a:rPr lang="de-DE" dirty="0"/>
              <a:t>.</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 name="Picture 2">
            <a:extLst>
              <a:ext uri="{FF2B5EF4-FFF2-40B4-BE49-F238E27FC236}">
                <a16:creationId xmlns:a16="http://schemas.microsoft.com/office/drawing/2014/main" id="{7CEC7198-6932-457B-ADBB-EF4B2290DF3A}"/>
              </a:ext>
            </a:extLst>
          </p:cNvPr>
          <p:cNvPicPr>
            <a:picLocks noChangeAspect="1"/>
          </p:cNvPicPr>
          <p:nvPr/>
        </p:nvPicPr>
        <p:blipFill>
          <a:blip r:embed="rId3"/>
          <a:stretch>
            <a:fillRect/>
          </a:stretch>
        </p:blipFill>
        <p:spPr>
          <a:xfrm>
            <a:off x="377588" y="2866407"/>
            <a:ext cx="1924335" cy="108243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en" dirty="0"/>
              <a:t>There’s a couple of blocked tasks which don’t looks good but rest seems fine.</a:t>
            </a:r>
            <a:endParaRPr dirty="0"/>
          </a:p>
          <a:p>
            <a:pPr marL="0" indent="0">
              <a:spcBef>
                <a:spcPts val="800"/>
              </a:spcBef>
              <a:spcAft>
                <a:spcPts val="800"/>
              </a:spcAft>
              <a:buNone/>
            </a:pPr>
            <a:r>
              <a:rPr lang="de-DE" dirty="0" err="1"/>
              <a:t>It‘s</a:t>
            </a:r>
            <a:r>
              <a:rPr lang="de-DE" dirty="0"/>
              <a:t> </a:t>
            </a:r>
            <a:r>
              <a:rPr lang="de-DE" dirty="0" err="1"/>
              <a:t>the</a:t>
            </a:r>
            <a:r>
              <a:rPr lang="de-DE" dirty="0"/>
              <a:t> </a:t>
            </a:r>
            <a:r>
              <a:rPr lang="de-DE" dirty="0" err="1"/>
              <a:t>first</a:t>
            </a:r>
            <a:r>
              <a:rPr lang="de-DE" dirty="0"/>
              <a:t> </a:t>
            </a:r>
            <a:r>
              <a:rPr lang="de-DE" dirty="0" err="1"/>
              <a:t>week</a:t>
            </a:r>
            <a:r>
              <a:rPr lang="de-DE" dirty="0"/>
              <a:t> so </a:t>
            </a:r>
            <a:r>
              <a:rPr lang="de-DE" dirty="0" err="1"/>
              <a:t>there‘s</a:t>
            </a:r>
            <a:r>
              <a:rPr lang="de-DE" dirty="0"/>
              <a:t> not </a:t>
            </a:r>
            <a:r>
              <a:rPr lang="de-DE" dirty="0" err="1"/>
              <a:t>really</a:t>
            </a:r>
            <a:r>
              <a:rPr lang="de-DE" dirty="0"/>
              <a:t> </a:t>
            </a:r>
            <a:r>
              <a:rPr lang="de-DE" dirty="0" err="1"/>
              <a:t>much</a:t>
            </a:r>
            <a:r>
              <a:rPr lang="de-DE" dirty="0"/>
              <a:t> </a:t>
            </a:r>
            <a:r>
              <a:rPr lang="de-DE" dirty="0" err="1"/>
              <a:t>to</a:t>
            </a:r>
            <a:r>
              <a:rPr lang="de-DE" dirty="0"/>
              <a:t> </a:t>
            </a:r>
            <a:r>
              <a:rPr lang="de-DE" dirty="0" err="1"/>
              <a:t>talk</a:t>
            </a:r>
            <a:r>
              <a:rPr lang="de-DE" dirty="0"/>
              <a:t> </a:t>
            </a:r>
            <a:r>
              <a:rPr lang="de-DE" dirty="0" err="1"/>
              <a:t>about</a:t>
            </a:r>
            <a:r>
              <a:rPr lang="de-DE" dirty="0"/>
              <a:t>.</a:t>
            </a:r>
            <a:endParaRPr lang="en-US" dirty="0"/>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did</a:t>
            </a:r>
            <a:r>
              <a:rPr lang="de-DE" dirty="0"/>
              <a:t> </a:t>
            </a:r>
            <a:r>
              <a:rPr lang="de-DE" dirty="0" err="1"/>
              <a:t>the</a:t>
            </a:r>
            <a:r>
              <a:rPr lang="de-DE" dirty="0"/>
              <a:t> </a:t>
            </a:r>
            <a:r>
              <a:rPr lang="de-DE" dirty="0" err="1"/>
              <a:t>tasks</a:t>
            </a:r>
            <a:r>
              <a:rPr lang="de-DE" dirty="0"/>
              <a:t> but I </a:t>
            </a:r>
            <a:r>
              <a:rPr lang="de-DE" dirty="0" err="1"/>
              <a:t>did</a:t>
            </a:r>
            <a:r>
              <a:rPr lang="de-DE" dirty="0"/>
              <a:t> </a:t>
            </a:r>
            <a:r>
              <a:rPr lang="de-DE" dirty="0" err="1"/>
              <a:t>finished</a:t>
            </a:r>
            <a:r>
              <a:rPr lang="de-DE" dirty="0"/>
              <a:t> </a:t>
            </a:r>
            <a:r>
              <a:rPr lang="de-DE" dirty="0" err="1"/>
              <a:t>them</a:t>
            </a:r>
            <a:r>
              <a:rPr lang="de-DE" dirty="0"/>
              <a:t> </a:t>
            </a:r>
            <a:r>
              <a:rPr lang="de-DE" dirty="0" err="1"/>
              <a:t>too</a:t>
            </a:r>
            <a:r>
              <a:rPr lang="de-DE" dirty="0"/>
              <a:t> fast and so I </a:t>
            </a:r>
            <a:r>
              <a:rPr lang="de-DE" dirty="0" err="1"/>
              <a:t>didn‘t</a:t>
            </a:r>
            <a:r>
              <a:rPr lang="de-DE" dirty="0"/>
              <a:t> </a:t>
            </a:r>
            <a:r>
              <a:rPr lang="de-DE" dirty="0" err="1"/>
              <a:t>reach</a:t>
            </a:r>
            <a:r>
              <a:rPr lang="de-DE" dirty="0"/>
              <a:t> </a:t>
            </a:r>
            <a:r>
              <a:rPr lang="de-DE" dirty="0" err="1"/>
              <a:t>the</a:t>
            </a:r>
            <a:r>
              <a:rPr lang="de-DE" dirty="0"/>
              <a:t> 40 </a:t>
            </a:r>
            <a:r>
              <a:rPr lang="de-DE" dirty="0" err="1"/>
              <a:t>hours</a:t>
            </a:r>
            <a:r>
              <a:rPr lang="de-DE" dirty="0"/>
              <a:t> </a:t>
            </a:r>
            <a:r>
              <a:rPr lang="de-DE" dirty="0" err="1"/>
              <a:t>required</a:t>
            </a:r>
            <a:r>
              <a:rPr lang="de-DE" dirty="0"/>
              <a:t> </a:t>
            </a:r>
            <a:r>
              <a:rPr lang="de-DE" dirty="0" err="1"/>
              <a:t>once</a:t>
            </a:r>
            <a:r>
              <a:rPr lang="de-DE" dirty="0"/>
              <a:t> </a:t>
            </a:r>
            <a:r>
              <a:rPr lang="de-DE" dirty="0" err="1"/>
              <a:t>again</a:t>
            </a:r>
            <a:r>
              <a:rPr lang="de-DE" dirty="0"/>
              <a:t>. </a:t>
            </a:r>
            <a:r>
              <a:rPr lang="de-DE" dirty="0" err="1"/>
              <a:t>I‘m</a:t>
            </a:r>
            <a:r>
              <a:rPr lang="de-DE" dirty="0"/>
              <a:t> </a:t>
            </a:r>
            <a:r>
              <a:rPr lang="de-DE" dirty="0" err="1"/>
              <a:t>making</a:t>
            </a:r>
            <a:r>
              <a:rPr lang="de-DE" dirty="0"/>
              <a:t> </a:t>
            </a:r>
            <a:r>
              <a:rPr lang="de-DE" dirty="0" err="1"/>
              <a:t>plans</a:t>
            </a:r>
            <a:r>
              <a:rPr lang="de-DE" dirty="0"/>
              <a:t> </a:t>
            </a:r>
            <a:r>
              <a:rPr lang="de-DE" dirty="0" err="1"/>
              <a:t>to</a:t>
            </a:r>
            <a:r>
              <a:rPr lang="de-DE" dirty="0"/>
              <a:t> </a:t>
            </a:r>
            <a:r>
              <a:rPr lang="de-DE" dirty="0" err="1"/>
              <a:t>implement</a:t>
            </a:r>
            <a:r>
              <a:rPr lang="de-DE" dirty="0"/>
              <a:t> a </a:t>
            </a:r>
            <a:r>
              <a:rPr lang="de-DE" dirty="0" err="1"/>
              <a:t>better</a:t>
            </a:r>
            <a:r>
              <a:rPr lang="de-DE" dirty="0"/>
              <a:t> </a:t>
            </a:r>
            <a:r>
              <a:rPr lang="de-DE" dirty="0" err="1"/>
              <a:t>sleeping</a:t>
            </a:r>
            <a:r>
              <a:rPr lang="de-DE" dirty="0"/>
              <a:t> </a:t>
            </a:r>
            <a:r>
              <a:rPr lang="de-DE" dirty="0" err="1"/>
              <a:t>schedule</a:t>
            </a:r>
            <a:r>
              <a:rPr lang="de-DE" dirty="0"/>
              <a:t>.</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50" name="Picture 2">
            <a:extLst>
              <a:ext uri="{FF2B5EF4-FFF2-40B4-BE49-F238E27FC236}">
                <a16:creationId xmlns:a16="http://schemas.microsoft.com/office/drawing/2014/main" id="{BA973DCA-AA7E-1705-FA32-34E59540D3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8004" y="2866406"/>
            <a:ext cx="1879195" cy="1083379"/>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FDC85247-FD09-B0B0-A595-354DC40A53A5}"/>
              </a:ext>
            </a:extLst>
          </p:cNvPr>
          <p:cNvPicPr>
            <a:picLocks noChangeAspect="1"/>
          </p:cNvPicPr>
          <p:nvPr/>
        </p:nvPicPr>
        <p:blipFill>
          <a:blip r:embed="rId4"/>
          <a:stretch>
            <a:fillRect/>
          </a:stretch>
        </p:blipFill>
        <p:spPr>
          <a:xfrm>
            <a:off x="374296" y="2866407"/>
            <a:ext cx="1924334" cy="108243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a:t>
            </a:r>
            <a:r>
              <a:rPr lang="pl-PL"/>
              <a:t>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t>
            </a:r>
            <a:r>
              <a:rPr lang="de-DE" dirty="0"/>
              <a:t>and </a:t>
            </a:r>
            <a:r>
              <a:rPr lang="en-GB" dirty="0"/>
              <a:t>need to learn to finish up my work.</a:t>
            </a:r>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This </a:t>
            </a:r>
            <a:r>
              <a:rPr lang="de-DE" dirty="0" err="1"/>
              <a:t>week</a:t>
            </a:r>
            <a:r>
              <a:rPr lang="de-DE" dirty="0"/>
              <a:t> I </a:t>
            </a:r>
            <a:r>
              <a:rPr lang="de-DE" dirty="0" err="1"/>
              <a:t>got</a:t>
            </a:r>
            <a:r>
              <a:rPr lang="de-DE" dirty="0"/>
              <a:t> </a:t>
            </a:r>
            <a:r>
              <a:rPr lang="de-DE" dirty="0" err="1"/>
              <a:t>the</a:t>
            </a:r>
            <a:r>
              <a:rPr lang="de-DE" dirty="0"/>
              <a:t> </a:t>
            </a:r>
            <a:r>
              <a:rPr lang="de-DE" dirty="0" err="1"/>
              <a:t>closest</a:t>
            </a:r>
            <a:r>
              <a:rPr lang="de-DE" dirty="0"/>
              <a:t> </a:t>
            </a:r>
            <a:r>
              <a:rPr lang="de-DE" dirty="0" err="1"/>
              <a:t>to</a:t>
            </a:r>
            <a:r>
              <a:rPr lang="de-DE" dirty="0"/>
              <a:t> </a:t>
            </a:r>
            <a:r>
              <a:rPr lang="de-DE" dirty="0" err="1"/>
              <a:t>the</a:t>
            </a:r>
            <a:r>
              <a:rPr lang="de-DE" dirty="0"/>
              <a:t> 40 </a:t>
            </a:r>
            <a:r>
              <a:rPr lang="de-DE" dirty="0" err="1"/>
              <a:t>hours</a:t>
            </a:r>
            <a:r>
              <a:rPr lang="de-DE" dirty="0"/>
              <a:t>, but I </a:t>
            </a:r>
            <a:r>
              <a:rPr lang="de-DE" dirty="0" err="1"/>
              <a:t>have</a:t>
            </a:r>
            <a:r>
              <a:rPr lang="de-DE" dirty="0"/>
              <a:t> not </a:t>
            </a:r>
            <a:r>
              <a:rPr lang="de-DE" dirty="0" err="1"/>
              <a:t>reached</a:t>
            </a:r>
            <a:r>
              <a:rPr lang="de-DE" dirty="0"/>
              <a:t> </a:t>
            </a:r>
            <a:r>
              <a:rPr lang="de-DE" dirty="0" err="1"/>
              <a:t>it</a:t>
            </a:r>
            <a:r>
              <a:rPr lang="de-DE" dirty="0"/>
              <a:t> and I am </a:t>
            </a:r>
            <a:r>
              <a:rPr lang="de-DE" dirty="0" err="1"/>
              <a:t>falling</a:t>
            </a:r>
            <a:r>
              <a:rPr lang="de-DE" dirty="0"/>
              <a:t> </a:t>
            </a:r>
            <a:r>
              <a:rPr lang="de-DE" dirty="0" err="1"/>
              <a:t>more</a:t>
            </a:r>
            <a:r>
              <a:rPr lang="de-DE" dirty="0"/>
              <a:t> </a:t>
            </a:r>
            <a:r>
              <a:rPr lang="de-DE" dirty="0" err="1"/>
              <a:t>behind</a:t>
            </a:r>
            <a:r>
              <a:rPr lang="de-DE" dirty="0"/>
              <a:t> on </a:t>
            </a:r>
            <a:r>
              <a:rPr lang="de-DE" dirty="0" err="1"/>
              <a:t>the</a:t>
            </a:r>
            <a:r>
              <a:rPr lang="de-DE" dirty="0"/>
              <a:t> </a:t>
            </a:r>
            <a:r>
              <a:rPr lang="de-DE" dirty="0" err="1"/>
              <a:t>goal</a:t>
            </a:r>
            <a:r>
              <a:rPr lang="de-DE" dirty="0"/>
              <a:t>. I </a:t>
            </a:r>
            <a:r>
              <a:rPr lang="de-DE" dirty="0" err="1"/>
              <a:t>have</a:t>
            </a:r>
            <a:r>
              <a:rPr lang="de-DE" dirty="0"/>
              <a:t> </a:t>
            </a:r>
            <a:r>
              <a:rPr lang="de-DE" dirty="0" err="1"/>
              <a:t>made</a:t>
            </a:r>
            <a:r>
              <a:rPr lang="de-DE" dirty="0"/>
              <a:t> a plan </a:t>
            </a:r>
            <a:r>
              <a:rPr lang="de-DE" dirty="0" err="1"/>
              <a:t>for</a:t>
            </a:r>
            <a:r>
              <a:rPr lang="de-DE" dirty="0"/>
              <a:t> </a:t>
            </a:r>
            <a:r>
              <a:rPr lang="de-DE" dirty="0" err="1"/>
              <a:t>the</a:t>
            </a:r>
            <a:r>
              <a:rPr lang="de-DE" dirty="0"/>
              <a:t> </a:t>
            </a:r>
            <a:r>
              <a:rPr lang="de-DE" dirty="0" err="1"/>
              <a:t>sleep</a:t>
            </a:r>
            <a:r>
              <a:rPr lang="de-DE" dirty="0"/>
              <a:t> </a:t>
            </a:r>
            <a:r>
              <a:rPr lang="de-DE" dirty="0" err="1"/>
              <a:t>rhythm</a:t>
            </a:r>
            <a:r>
              <a:rPr lang="de-DE" dirty="0"/>
              <a:t> and I am </a:t>
            </a:r>
            <a:r>
              <a:rPr lang="de-DE" dirty="0" err="1"/>
              <a:t>planning</a:t>
            </a:r>
            <a:r>
              <a:rPr lang="de-DE" dirty="0"/>
              <a:t> on </a:t>
            </a:r>
            <a:r>
              <a:rPr lang="de-DE" dirty="0" err="1"/>
              <a:t>implementing</a:t>
            </a:r>
            <a:r>
              <a:rPr lang="de-DE" dirty="0"/>
              <a:t> </a:t>
            </a:r>
            <a:r>
              <a:rPr lang="de-DE" dirty="0" err="1"/>
              <a:t>it</a:t>
            </a:r>
            <a:r>
              <a:rPr lang="de-DE" dirty="0"/>
              <a:t> </a:t>
            </a:r>
            <a:r>
              <a:rPr lang="de-DE" dirty="0" err="1"/>
              <a:t>next</a:t>
            </a:r>
            <a:r>
              <a:rPr lang="de-DE" dirty="0"/>
              <a:t> </a:t>
            </a:r>
            <a:r>
              <a:rPr lang="de-DE" dirty="0" err="1"/>
              <a:t>week</a:t>
            </a:r>
            <a:r>
              <a:rPr lang="de-DE" dirty="0"/>
              <a:t>.</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 name="Picture 5">
            <a:extLst>
              <a:ext uri="{FF2B5EF4-FFF2-40B4-BE49-F238E27FC236}">
                <a16:creationId xmlns:a16="http://schemas.microsoft.com/office/drawing/2014/main" id="{CAB3767A-A1EF-6A0C-A326-146473B25E0F}"/>
              </a:ext>
            </a:extLst>
          </p:cNvPr>
          <p:cNvPicPr>
            <a:picLocks noChangeAspect="1"/>
          </p:cNvPicPr>
          <p:nvPr/>
        </p:nvPicPr>
        <p:blipFill>
          <a:blip r:embed="rId3"/>
          <a:stretch>
            <a:fillRect/>
          </a:stretch>
        </p:blipFill>
        <p:spPr>
          <a:xfrm>
            <a:off x="392493" y="2466316"/>
            <a:ext cx="1609254" cy="2277094"/>
          </a:xfrm>
          <a:prstGeom prst="rect">
            <a:avLst/>
          </a:prstGeom>
        </p:spPr>
      </p:pic>
      <p:pic>
        <p:nvPicPr>
          <p:cNvPr id="2056" name="Picture 8">
            <a:extLst>
              <a:ext uri="{FF2B5EF4-FFF2-40B4-BE49-F238E27FC236}">
                <a16:creationId xmlns:a16="http://schemas.microsoft.com/office/drawing/2014/main" id="{F76278FA-2FF6-2414-68F1-F4AE024933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41744" y="2464664"/>
            <a:ext cx="1609428" cy="22770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have prepared for the retake and continued working on the task from the other days that I was not sick.</a:t>
            </a:r>
          </a:p>
          <a:p>
            <a:pPr marL="182880" lvl="0" indent="-154940" algn="l" rtl="0">
              <a:spcBef>
                <a:spcPts val="0"/>
              </a:spcBef>
              <a:spcAft>
                <a:spcPts val="0"/>
              </a:spcAft>
              <a:buSzPts val="1000"/>
              <a:buChar char="●"/>
            </a:pPr>
            <a:r>
              <a:rPr lang="en-GB" b="1" dirty="0"/>
              <a:t>Showcase the evidence of your progress </a:t>
            </a:r>
            <a:r>
              <a:rPr lang="en" b="1" dirty="0"/>
              <a:t>(production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en-GB" dirty="0"/>
              <a:t>The week began bad with me being sick but it did turn good as I prepared for the retakes.</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Preparation for the retakes.</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On Tuesday and a bit on Wednesday I was sick, so I fell behind with the tasks for the week.</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the theory behind concepts such as boosting, stacking, voting classifiers, and decision trees.</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Finish some of the work I didn‘t this week.</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Because</a:t>
            </a:r>
            <a:r>
              <a:rPr lang="de-DE" dirty="0"/>
              <a:t> I was sick </a:t>
            </a:r>
            <a:r>
              <a:rPr lang="de-DE" dirty="0" err="1"/>
              <a:t>this</a:t>
            </a:r>
            <a:r>
              <a:rPr lang="de-DE" dirty="0"/>
              <a:t> </a:t>
            </a:r>
            <a:r>
              <a:rPr lang="de-DE" dirty="0" err="1"/>
              <a:t>week</a:t>
            </a:r>
            <a:r>
              <a:rPr lang="de-DE" dirty="0"/>
              <a:t> I </a:t>
            </a:r>
            <a:r>
              <a:rPr lang="de-DE" dirty="0" err="1"/>
              <a:t>fell</a:t>
            </a:r>
            <a:r>
              <a:rPr lang="de-DE" dirty="0"/>
              <a:t> </a:t>
            </a:r>
            <a:r>
              <a:rPr lang="de-DE" dirty="0" err="1"/>
              <a:t>well</a:t>
            </a:r>
            <a:r>
              <a:rPr lang="de-DE" dirty="0"/>
              <a:t> </a:t>
            </a:r>
            <a:r>
              <a:rPr lang="de-DE" dirty="0" err="1"/>
              <a:t>short</a:t>
            </a:r>
            <a:r>
              <a:rPr lang="de-DE" dirty="0"/>
              <a:t> </a:t>
            </a:r>
            <a:r>
              <a:rPr lang="de-DE" dirty="0" err="1"/>
              <a:t>of</a:t>
            </a:r>
            <a:r>
              <a:rPr lang="de-DE" dirty="0"/>
              <a:t> </a:t>
            </a:r>
            <a:r>
              <a:rPr lang="de-DE" dirty="0" err="1"/>
              <a:t>the</a:t>
            </a:r>
            <a:r>
              <a:rPr lang="de-DE" dirty="0"/>
              <a:t> 40 </a:t>
            </a:r>
            <a:r>
              <a:rPr lang="de-DE" dirty="0" err="1"/>
              <a:t>hours</a:t>
            </a:r>
            <a:r>
              <a:rPr lang="de-DE" dirty="0"/>
              <a:t>. </a:t>
            </a:r>
            <a:r>
              <a:rPr lang="de-DE" dirty="0" err="1"/>
              <a:t>Considering</a:t>
            </a:r>
            <a:r>
              <a:rPr lang="de-DE" dirty="0"/>
              <a:t> </a:t>
            </a:r>
            <a:r>
              <a:rPr lang="de-DE" dirty="0" err="1"/>
              <a:t>we</a:t>
            </a:r>
            <a:r>
              <a:rPr lang="de-DE" dirty="0"/>
              <a:t> </a:t>
            </a:r>
            <a:r>
              <a:rPr lang="de-DE" dirty="0" err="1"/>
              <a:t>are</a:t>
            </a:r>
            <a:r>
              <a:rPr lang="de-DE" dirty="0"/>
              <a:t> </a:t>
            </a:r>
            <a:r>
              <a:rPr lang="de-DE" dirty="0" err="1"/>
              <a:t>halfway</a:t>
            </a:r>
            <a:r>
              <a:rPr lang="de-DE" dirty="0"/>
              <a:t> </a:t>
            </a:r>
            <a:r>
              <a:rPr lang="de-DE" dirty="0" err="1"/>
              <a:t>through</a:t>
            </a:r>
            <a:r>
              <a:rPr lang="de-DE" dirty="0"/>
              <a:t> </a:t>
            </a:r>
            <a:r>
              <a:rPr lang="de-DE" dirty="0" err="1"/>
              <a:t>this</a:t>
            </a:r>
            <a:r>
              <a:rPr lang="de-DE" dirty="0"/>
              <a:t> block, I </a:t>
            </a:r>
            <a:r>
              <a:rPr lang="de-DE" dirty="0" err="1"/>
              <a:t>may</a:t>
            </a:r>
            <a:r>
              <a:rPr lang="de-DE" dirty="0"/>
              <a:t> </a:t>
            </a:r>
            <a:r>
              <a:rPr lang="de-DE" dirty="0" err="1"/>
              <a:t>need</a:t>
            </a:r>
            <a:r>
              <a:rPr lang="de-DE" dirty="0"/>
              <a:t> </a:t>
            </a:r>
            <a:r>
              <a:rPr lang="de-DE" dirty="0" err="1"/>
              <a:t>to</a:t>
            </a:r>
            <a:r>
              <a:rPr lang="de-DE" dirty="0"/>
              <a:t> </a:t>
            </a:r>
            <a:r>
              <a:rPr lang="de-DE" dirty="0" err="1"/>
              <a:t>think</a:t>
            </a:r>
            <a:r>
              <a:rPr lang="de-DE" dirty="0"/>
              <a:t> </a:t>
            </a:r>
            <a:r>
              <a:rPr lang="de-DE" dirty="0" err="1"/>
              <a:t>about</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My </a:t>
            </a:r>
            <a:r>
              <a:rPr lang="de-DE" dirty="0" err="1"/>
              <a:t>second</a:t>
            </a:r>
            <a:r>
              <a:rPr lang="de-DE" dirty="0"/>
              <a:t> </a:t>
            </a:r>
            <a:r>
              <a:rPr lang="de-DE" dirty="0" err="1"/>
              <a:t>goal</a:t>
            </a:r>
            <a:r>
              <a:rPr lang="de-DE" dirty="0"/>
              <a:t> </a:t>
            </a:r>
            <a:r>
              <a:rPr lang="de-DE" dirty="0" err="1"/>
              <a:t>has</a:t>
            </a:r>
            <a:r>
              <a:rPr lang="de-DE" dirty="0"/>
              <a:t> </a:t>
            </a:r>
            <a:r>
              <a:rPr lang="de-DE" dirty="0" err="1"/>
              <a:t>been</a:t>
            </a:r>
            <a:r>
              <a:rPr lang="de-DE" dirty="0"/>
              <a:t> </a:t>
            </a:r>
            <a:r>
              <a:rPr lang="de-DE" dirty="0" err="1"/>
              <a:t>helped</a:t>
            </a:r>
            <a:r>
              <a:rPr lang="de-DE" dirty="0"/>
              <a:t> </a:t>
            </a:r>
            <a:r>
              <a:rPr lang="de-DE" dirty="0" err="1"/>
              <a:t>by</a:t>
            </a:r>
            <a:r>
              <a:rPr lang="de-DE" dirty="0"/>
              <a:t> </a:t>
            </a:r>
            <a:r>
              <a:rPr lang="de-DE" dirty="0" err="1"/>
              <a:t>the</a:t>
            </a:r>
            <a:r>
              <a:rPr lang="de-DE" dirty="0"/>
              <a:t> </a:t>
            </a:r>
            <a:r>
              <a:rPr lang="de-DE" dirty="0" err="1"/>
              <a:t>sickness</a:t>
            </a:r>
            <a:r>
              <a:rPr lang="de-DE" dirty="0"/>
              <a:t> </a:t>
            </a:r>
            <a:r>
              <a:rPr lang="de-DE" dirty="0" err="1"/>
              <a:t>though</a:t>
            </a:r>
            <a:r>
              <a:rPr lang="de-DE" dirty="0"/>
              <a:t> </a:t>
            </a:r>
            <a:r>
              <a:rPr lang="de-DE" dirty="0" err="1"/>
              <a:t>as</a:t>
            </a:r>
            <a:r>
              <a:rPr lang="de-DE" dirty="0"/>
              <a:t> I </a:t>
            </a:r>
            <a:r>
              <a:rPr lang="de-DE" dirty="0" err="1"/>
              <a:t>have</a:t>
            </a:r>
            <a:r>
              <a:rPr lang="de-DE" dirty="0"/>
              <a:t> </a:t>
            </a:r>
            <a:r>
              <a:rPr lang="de-DE" dirty="0" err="1"/>
              <a:t>managed</a:t>
            </a:r>
            <a:r>
              <a:rPr lang="de-DE" dirty="0"/>
              <a:t> </a:t>
            </a:r>
            <a:r>
              <a:rPr lang="de-DE" dirty="0" err="1"/>
              <a:t>to</a:t>
            </a:r>
            <a:r>
              <a:rPr lang="de-DE" dirty="0"/>
              <a:t> </a:t>
            </a:r>
            <a:r>
              <a:rPr lang="de-DE" dirty="0" err="1"/>
              <a:t>somewhat</a:t>
            </a:r>
            <a:r>
              <a:rPr lang="de-DE" dirty="0"/>
              <a:t> </a:t>
            </a:r>
            <a:r>
              <a:rPr lang="de-DE" dirty="0" err="1"/>
              <a:t>keep</a:t>
            </a:r>
            <a:r>
              <a:rPr lang="de-DE" dirty="0"/>
              <a:t> </a:t>
            </a:r>
            <a:r>
              <a:rPr lang="de-DE" dirty="0" err="1"/>
              <a:t>to</a:t>
            </a:r>
            <a:r>
              <a:rPr lang="de-DE" dirty="0"/>
              <a:t> </a:t>
            </a:r>
            <a:r>
              <a:rPr lang="de-DE" dirty="0" err="1"/>
              <a:t>the</a:t>
            </a:r>
            <a:r>
              <a:rPr lang="de-DE" dirty="0"/>
              <a:t> plan I </a:t>
            </a:r>
            <a:r>
              <a:rPr lang="de-DE" dirty="0" err="1"/>
              <a:t>made</a:t>
            </a:r>
            <a:r>
              <a:rPr lang="de-DE" dirty="0"/>
              <a:t> in </a:t>
            </a:r>
            <a:r>
              <a:rPr lang="de-DE" dirty="0" err="1"/>
              <a:t>the</a:t>
            </a:r>
            <a:r>
              <a:rPr lang="de-DE" dirty="0"/>
              <a:t> </a:t>
            </a:r>
            <a:r>
              <a:rPr lang="de-DE" dirty="0" err="1"/>
              <a:t>previous</a:t>
            </a:r>
            <a:r>
              <a:rPr lang="de-DE" dirty="0"/>
              <a:t> </a:t>
            </a:r>
            <a:r>
              <a:rPr lang="de-DE" dirty="0" err="1"/>
              <a:t>weeks</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 name="Picture 8">
            <a:extLst>
              <a:ext uri="{FF2B5EF4-FFF2-40B4-BE49-F238E27FC236}">
                <a16:creationId xmlns:a16="http://schemas.microsoft.com/office/drawing/2014/main" id="{CBA32D6A-5FA5-7B30-0949-636FC4982A7E}"/>
              </a:ext>
            </a:extLst>
          </p:cNvPr>
          <p:cNvPicPr>
            <a:picLocks noChangeAspect="1"/>
          </p:cNvPicPr>
          <p:nvPr/>
        </p:nvPicPr>
        <p:blipFill>
          <a:blip r:embed="rId3"/>
          <a:stretch>
            <a:fillRect/>
          </a:stretch>
        </p:blipFill>
        <p:spPr>
          <a:xfrm>
            <a:off x="374296" y="2866406"/>
            <a:ext cx="1924334" cy="1059510"/>
          </a:xfrm>
          <a:prstGeom prst="rect">
            <a:avLst/>
          </a:prstGeom>
        </p:spPr>
      </p:pic>
      <p:pic>
        <p:nvPicPr>
          <p:cNvPr id="5" name="Picture 2">
            <a:extLst>
              <a:ext uri="{FF2B5EF4-FFF2-40B4-BE49-F238E27FC236}">
                <a16:creationId xmlns:a16="http://schemas.microsoft.com/office/drawing/2014/main" id="{BC1E6E25-C7A1-20B8-2698-3072AB3335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84712" y="2613158"/>
            <a:ext cx="1614511" cy="20890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Mentor </a:t>
            </a:r>
            <a:r>
              <a:rPr lang="en" dirty="0"/>
              <a:t>The WorkLog had some problems, such as not having any evidence, having too little feedback/reflection, and not having filled in the “Task” column. The Learning Log had too few sentences in the “What did you do?” and “Reflection” parts and I should re-write some of them. In terms of programming, I am a bit behind the planning.</a:t>
            </a:r>
            <a:endParaRPr dirty="0"/>
          </a:p>
          <a:p>
            <a:pPr marL="0" lvl="0" indent="0" algn="l" rtl="0">
              <a:spcBef>
                <a:spcPts val="800"/>
              </a:spcBef>
              <a:spcAft>
                <a:spcPts val="800"/>
              </a:spcAft>
              <a:buNone/>
            </a:pPr>
            <a:r>
              <a:rPr lang="en" dirty="0"/>
              <a:t>Most of the feedback is fair. The WorkLog evidence I have not done but I really should do, and at the moment I am planning to do that during the vacation, and the reflections have to be re-written too in the vacation. The “Task” part I only learned t</a:t>
            </a:r>
            <a:r>
              <a:rPr lang="nl-NL" dirty="0"/>
              <a:t>ha</a:t>
            </a:r>
            <a:r>
              <a:rPr lang="en" dirty="0"/>
              <a:t>t day so I did not ha</a:t>
            </a:r>
            <a:r>
              <a:rPr lang="nl-NL" dirty="0" err="1"/>
              <a:t>ve</a:t>
            </a:r>
            <a:r>
              <a:rPr lang="en" dirty="0"/>
              <a:t> the time to do it. The Learning Log feedback is the same as the previous time and I tried to address it, but apparently I did not too a good enough job. I knew that I was a bit behind as I was a bit sick this week.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What goal(s) did you set for this week?</a:t>
            </a:r>
          </a:p>
          <a:p>
            <a:pPr marL="182880" lvl="0" indent="-154940" algn="l" rtl="0">
              <a:spcBef>
                <a:spcPts val="0"/>
              </a:spcBef>
              <a:spcAft>
                <a:spcPts val="0"/>
              </a:spcAft>
              <a:buSzPts val="1000"/>
              <a:buChar char="●"/>
            </a:pPr>
            <a:r>
              <a:rPr lang="en-GB" dirty="0"/>
              <a:t>My goal this week is to continue working on the tasks for this week and to catch up on the missed tasks from last week.</a:t>
            </a:r>
          </a:p>
          <a:p>
            <a:pPr marL="182880" lvl="0" indent="-154940" algn="l" rtl="0">
              <a:spcBef>
                <a:spcPts val="0"/>
              </a:spcBef>
              <a:spcAft>
                <a:spcPts val="0"/>
              </a:spcAft>
              <a:buSzPts val="1000"/>
              <a:buChar char="●"/>
            </a:pPr>
            <a:r>
              <a:rPr lang="en-GB" b="1" dirty="0"/>
              <a:t>What have you actually been able to do? </a:t>
            </a:r>
          </a:p>
          <a:p>
            <a:pPr marL="182880" lvl="0" indent="-154940" algn="l" rtl="0">
              <a:spcBef>
                <a:spcPts val="0"/>
              </a:spcBef>
              <a:spcAft>
                <a:spcPts val="0"/>
              </a:spcAft>
              <a:buSzPts val="1000"/>
              <a:buChar char="●"/>
            </a:pPr>
            <a:r>
              <a:rPr lang="en-GB" dirty="0"/>
              <a:t>I did the Python exam on Monday and continued working as planned for the rest of the week.</a:t>
            </a:r>
          </a:p>
          <a:p>
            <a:pPr marL="182880" lvl="0" indent="-154940" algn="l" rtl="0">
              <a:spcBef>
                <a:spcPts val="0"/>
              </a:spcBef>
              <a:spcAft>
                <a:spcPts val="0"/>
              </a:spcAft>
              <a:buSzPts val="1000"/>
              <a:buChar char="●"/>
            </a:pPr>
            <a:r>
              <a:rPr lang="en-GB"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GB" b="1" dirty="0"/>
              <a:t>How did the week go? </a:t>
            </a:r>
          </a:p>
          <a:p>
            <a:pPr marL="182880" lvl="0" indent="-154940" algn="l" rtl="0">
              <a:spcBef>
                <a:spcPts val="0"/>
              </a:spcBef>
              <a:spcAft>
                <a:spcPts val="0"/>
              </a:spcAft>
              <a:buSzPts val="1000"/>
              <a:buChar char="●"/>
            </a:pPr>
            <a:r>
              <a:rPr lang="en-GB" dirty="0"/>
              <a:t>The week went well.</a:t>
            </a:r>
          </a:p>
          <a:p>
            <a:pPr marL="182880" lvl="0" indent="-154940" algn="l" rtl="0">
              <a:spcBef>
                <a:spcPts val="0"/>
              </a:spcBef>
              <a:spcAft>
                <a:spcPts val="0"/>
              </a:spcAft>
              <a:buSzPts val="1000"/>
              <a:buChar char="●"/>
            </a:pPr>
            <a:r>
              <a:rPr lang="en-GB" b="1" dirty="0"/>
              <a:t>What went well? </a:t>
            </a:r>
          </a:p>
          <a:p>
            <a:pPr marL="182880" lvl="0" indent="-154940" algn="l" rtl="0">
              <a:spcBef>
                <a:spcPts val="0"/>
              </a:spcBef>
              <a:spcAft>
                <a:spcPts val="0"/>
              </a:spcAft>
              <a:buSzPts val="1000"/>
              <a:buChar char="●"/>
            </a:pPr>
            <a:r>
              <a:rPr lang="en-GB" dirty="0"/>
              <a:t>The python retake on Monday.</a:t>
            </a:r>
          </a:p>
          <a:p>
            <a:pPr marL="182880" lvl="0" indent="-154940" algn="l" rtl="0">
              <a:spcBef>
                <a:spcPts val="0"/>
              </a:spcBef>
              <a:spcAft>
                <a:spcPts val="0"/>
              </a:spcAft>
              <a:buSzPts val="1000"/>
              <a:buChar char="●"/>
            </a:pPr>
            <a:r>
              <a:rPr lang="en-GB" b="1" dirty="0"/>
              <a:t>What didn’t go so well? </a:t>
            </a:r>
          </a:p>
          <a:p>
            <a:pPr marL="182880" lvl="0" indent="-154940" algn="l" rtl="0">
              <a:spcBef>
                <a:spcPts val="0"/>
              </a:spcBef>
              <a:spcAft>
                <a:spcPts val="0"/>
              </a:spcAft>
              <a:buSzPts val="1000"/>
              <a:buChar char="●"/>
            </a:pPr>
            <a:r>
              <a:rPr lang="en-GB" dirty="0"/>
              <a:t>Evidencing in the Work- and Learning Logs.</a:t>
            </a:r>
          </a:p>
          <a:p>
            <a:pPr marL="182880" lvl="0" indent="-154940" algn="l" rtl="0">
              <a:spcBef>
                <a:spcPts val="0"/>
              </a:spcBef>
              <a:spcAft>
                <a:spcPts val="0"/>
              </a:spcAft>
              <a:buSzPts val="1000"/>
              <a:buChar char="●"/>
            </a:pPr>
            <a:r>
              <a:rPr lang="en-GB" b="1" dirty="0"/>
              <a:t>What did you learn? </a:t>
            </a:r>
          </a:p>
          <a:p>
            <a:pPr marL="182880" lvl="0" indent="-154940" algn="l" rtl="0">
              <a:spcBef>
                <a:spcPts val="0"/>
              </a:spcBef>
              <a:spcAft>
                <a:spcPts val="0"/>
              </a:spcAft>
              <a:buSzPts val="1000"/>
              <a:buChar char="●"/>
            </a:pPr>
            <a:r>
              <a:rPr lang="en-GB" dirty="0"/>
              <a:t>I learned more machine learning concepts from the book.</a:t>
            </a:r>
          </a:p>
          <a:p>
            <a:pPr marL="182880" lvl="0" indent="-154940" algn="l" rtl="0">
              <a:spcBef>
                <a:spcPts val="0"/>
              </a:spcBef>
              <a:spcAft>
                <a:spcPts val="0"/>
              </a:spcAft>
              <a:buSzPts val="1000"/>
              <a:buChar char="●"/>
            </a:pPr>
            <a:r>
              <a:rPr lang="en-GB" b="1" dirty="0"/>
              <a:t>What could be added as an Action point looking forward to next week?</a:t>
            </a:r>
          </a:p>
          <a:p>
            <a:pPr marL="182880" lvl="0" indent="-154940" algn="l" rtl="0">
              <a:spcBef>
                <a:spcPts val="0"/>
              </a:spcBef>
              <a:spcAft>
                <a:spcPts val="0"/>
              </a:spcAft>
              <a:buSzPts val="1000"/>
              <a:buChar char="●"/>
            </a:pPr>
            <a:r>
              <a:rPr lang="en-GB" dirty="0"/>
              <a:t>To have me evidence my work in the logs correctly.</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 </a:t>
            </a:r>
            <a:r>
              <a:rPr lang="de-DE" dirty="0" err="1"/>
              <a:t>While</a:t>
            </a:r>
            <a:r>
              <a:rPr lang="de-DE" dirty="0"/>
              <a:t> I </a:t>
            </a:r>
            <a:r>
              <a:rPr lang="de-DE" dirty="0" err="1"/>
              <a:t>came</a:t>
            </a:r>
            <a:r>
              <a:rPr lang="de-DE" dirty="0"/>
              <a:t> </a:t>
            </a:r>
            <a:r>
              <a:rPr lang="de-DE" dirty="0" err="1"/>
              <a:t>closer</a:t>
            </a:r>
            <a:r>
              <a:rPr lang="de-DE" dirty="0"/>
              <a:t> </a:t>
            </a:r>
            <a:r>
              <a:rPr lang="de-DE" dirty="0" err="1"/>
              <a:t>this</a:t>
            </a:r>
            <a:r>
              <a:rPr lang="de-DE" dirty="0"/>
              <a:t> </a:t>
            </a:r>
            <a:r>
              <a:rPr lang="de-DE" dirty="0" err="1"/>
              <a:t>week</a:t>
            </a:r>
            <a:r>
              <a:rPr lang="de-DE" dirty="0"/>
              <a:t> </a:t>
            </a:r>
            <a:r>
              <a:rPr lang="de-DE" dirty="0" err="1"/>
              <a:t>than</a:t>
            </a:r>
            <a:r>
              <a:rPr lang="de-DE" dirty="0"/>
              <a:t> last </a:t>
            </a:r>
            <a:r>
              <a:rPr lang="de-DE" dirty="0" err="1"/>
              <a:t>week</a:t>
            </a:r>
            <a:r>
              <a:rPr lang="de-DE" dirty="0"/>
              <a:t> </a:t>
            </a:r>
            <a:r>
              <a:rPr lang="de-DE" dirty="0" err="1"/>
              <a:t>to</a:t>
            </a:r>
            <a:r>
              <a:rPr lang="de-DE" dirty="0"/>
              <a:t> </a:t>
            </a:r>
            <a:r>
              <a:rPr lang="de-DE" dirty="0" err="1"/>
              <a:t>the</a:t>
            </a:r>
            <a:r>
              <a:rPr lang="de-DE" dirty="0"/>
              <a:t> 40 </a:t>
            </a:r>
            <a:r>
              <a:rPr lang="de-DE" dirty="0" err="1"/>
              <a:t>hours</a:t>
            </a:r>
            <a:r>
              <a:rPr lang="de-DE" dirty="0"/>
              <a:t>, I still </a:t>
            </a:r>
            <a:r>
              <a:rPr lang="de-DE" dirty="0" err="1"/>
              <a:t>fell</a:t>
            </a:r>
            <a:r>
              <a:rPr lang="de-DE" dirty="0"/>
              <a:t> </a:t>
            </a:r>
            <a:r>
              <a:rPr lang="de-DE" dirty="0" err="1"/>
              <a:t>short</a:t>
            </a:r>
            <a:r>
              <a:rPr lang="de-DE" dirty="0"/>
              <a:t>. </a:t>
            </a:r>
            <a:r>
              <a:rPr lang="de-DE" dirty="0" err="1"/>
              <a:t>During</a:t>
            </a:r>
            <a:r>
              <a:rPr lang="de-DE" dirty="0"/>
              <a:t> </a:t>
            </a:r>
            <a:r>
              <a:rPr lang="de-DE" dirty="0" err="1"/>
              <a:t>the</a:t>
            </a:r>
            <a:r>
              <a:rPr lang="de-DE" dirty="0"/>
              <a:t> </a:t>
            </a:r>
            <a:r>
              <a:rPr lang="de-DE" dirty="0" err="1"/>
              <a:t>vacation</a:t>
            </a:r>
            <a:r>
              <a:rPr lang="de-DE" dirty="0"/>
              <a:t> I </a:t>
            </a:r>
            <a:r>
              <a:rPr lang="de-DE" dirty="0" err="1"/>
              <a:t>may</a:t>
            </a:r>
            <a:r>
              <a:rPr lang="de-DE" dirty="0"/>
              <a:t> </a:t>
            </a:r>
            <a:r>
              <a:rPr lang="de-DE" dirty="0" err="1"/>
              <a:t>consider</a:t>
            </a:r>
            <a:r>
              <a:rPr lang="de-DE" dirty="0"/>
              <a:t> </a:t>
            </a:r>
            <a:r>
              <a:rPr lang="de-DE" dirty="0" err="1"/>
              <a:t>re-adjusting</a:t>
            </a:r>
            <a:r>
              <a:rPr lang="de-DE" dirty="0"/>
              <a:t> </a:t>
            </a:r>
            <a:r>
              <a:rPr lang="de-DE" dirty="0" err="1"/>
              <a:t>my</a:t>
            </a:r>
            <a:r>
              <a:rPr lang="de-DE" dirty="0"/>
              <a:t> </a:t>
            </a:r>
            <a:r>
              <a:rPr lang="de-DE" dirty="0" err="1"/>
              <a:t>first</a:t>
            </a:r>
            <a:r>
              <a:rPr lang="de-DE" dirty="0"/>
              <a:t> </a:t>
            </a:r>
            <a:r>
              <a:rPr lang="de-DE" dirty="0" err="1"/>
              <a:t>goal</a:t>
            </a:r>
            <a:r>
              <a:rPr lang="de-DE" dirty="0"/>
              <a:t>. I </a:t>
            </a:r>
            <a:r>
              <a:rPr lang="de-DE" dirty="0" err="1"/>
              <a:t>have</a:t>
            </a:r>
            <a:r>
              <a:rPr lang="de-DE" dirty="0"/>
              <a:t> </a:t>
            </a:r>
            <a:r>
              <a:rPr lang="de-DE" dirty="0" err="1"/>
              <a:t>kept</a:t>
            </a:r>
            <a:r>
              <a:rPr lang="de-DE" dirty="0"/>
              <a:t> </a:t>
            </a:r>
            <a:r>
              <a:rPr lang="de-DE" dirty="0" err="1"/>
              <a:t>to</a:t>
            </a:r>
            <a:r>
              <a:rPr lang="de-DE" dirty="0"/>
              <a:t> </a:t>
            </a:r>
            <a:r>
              <a:rPr lang="de-DE" dirty="0" err="1"/>
              <a:t>my</a:t>
            </a:r>
            <a:r>
              <a:rPr lang="de-DE" dirty="0"/>
              <a:t> plan in </a:t>
            </a:r>
            <a:r>
              <a:rPr lang="de-DE" dirty="0" err="1"/>
              <a:t>regards</a:t>
            </a:r>
            <a:r>
              <a:rPr lang="de-DE" dirty="0"/>
              <a:t> </a:t>
            </a:r>
            <a:r>
              <a:rPr lang="de-DE" dirty="0" err="1"/>
              <a:t>to</a:t>
            </a:r>
            <a:r>
              <a:rPr lang="de-DE" dirty="0"/>
              <a:t> </a:t>
            </a:r>
            <a:r>
              <a:rPr lang="de-DE" dirty="0" err="1"/>
              <a:t>my</a:t>
            </a:r>
            <a:r>
              <a:rPr lang="de-DE" dirty="0"/>
              <a:t> </a:t>
            </a:r>
            <a:r>
              <a:rPr lang="de-DE" dirty="0" err="1"/>
              <a:t>sleeping</a:t>
            </a:r>
            <a:r>
              <a:rPr lang="de-DE" dirty="0"/>
              <a:t> </a:t>
            </a:r>
            <a:r>
              <a:rPr lang="de-DE" dirty="0" err="1"/>
              <a:t>rhythm</a:t>
            </a:r>
            <a:r>
              <a:rPr lang="de-DE" dirty="0"/>
              <a:t> </a:t>
            </a:r>
            <a:r>
              <a:rPr lang="de-DE" dirty="0" err="1"/>
              <a:t>this</a:t>
            </a:r>
            <a:r>
              <a:rPr lang="de-DE" dirty="0"/>
              <a:t> </a:t>
            </a:r>
            <a:r>
              <a:rPr lang="de-DE" dirty="0" err="1"/>
              <a:t>week</a:t>
            </a:r>
            <a:r>
              <a:rPr lang="de-DE" dirty="0"/>
              <a:t>, but </a:t>
            </a:r>
            <a:r>
              <a:rPr lang="de-DE" dirty="0" err="1"/>
              <a:t>with</a:t>
            </a:r>
            <a:r>
              <a:rPr lang="de-DE" dirty="0"/>
              <a:t> </a:t>
            </a:r>
            <a:r>
              <a:rPr lang="de-DE" dirty="0" err="1"/>
              <a:t>the</a:t>
            </a:r>
            <a:r>
              <a:rPr lang="de-DE" dirty="0"/>
              <a:t> </a:t>
            </a:r>
            <a:r>
              <a:rPr lang="de-DE" dirty="0" err="1"/>
              <a:t>two</a:t>
            </a:r>
            <a:r>
              <a:rPr lang="de-DE" dirty="0"/>
              <a:t> </a:t>
            </a:r>
            <a:r>
              <a:rPr lang="de-DE" dirty="0" err="1"/>
              <a:t>weeks</a:t>
            </a:r>
            <a:r>
              <a:rPr lang="de-DE" dirty="0"/>
              <a:t> </a:t>
            </a:r>
            <a:r>
              <a:rPr lang="de-DE" dirty="0" err="1"/>
              <a:t>of</a:t>
            </a:r>
            <a:r>
              <a:rPr lang="de-DE" dirty="0"/>
              <a:t> </a:t>
            </a:r>
            <a:r>
              <a:rPr lang="de-DE" dirty="0" err="1"/>
              <a:t>vacation</a:t>
            </a:r>
            <a:r>
              <a:rPr lang="de-DE" dirty="0"/>
              <a:t>, </a:t>
            </a:r>
            <a:endParaRPr lang="en" dirty="0"/>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122" name="Picture 2">
            <a:extLst>
              <a:ext uri="{FF2B5EF4-FFF2-40B4-BE49-F238E27FC236}">
                <a16:creationId xmlns:a16="http://schemas.microsoft.com/office/drawing/2014/main" id="{1A79F97C-553F-5195-59F9-BF44C2D7D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5918"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050BFEA5-B8D0-2FFB-0C0D-8AFACC4850AA}"/>
              </a:ext>
            </a:extLst>
          </p:cNvPr>
          <p:cNvPicPr>
            <a:picLocks noChangeAspect="1"/>
          </p:cNvPicPr>
          <p:nvPr/>
        </p:nvPicPr>
        <p:blipFill>
          <a:blip r:embed="rId4"/>
          <a:stretch>
            <a:fillRect/>
          </a:stretch>
        </p:blipFill>
        <p:spPr>
          <a:xfrm>
            <a:off x="1223594" y="4060755"/>
            <a:ext cx="1801504" cy="1013346"/>
          </a:xfrm>
          <a:prstGeom prst="rect">
            <a:avLst/>
          </a:prstGeom>
        </p:spPr>
      </p:pic>
      <p:pic>
        <p:nvPicPr>
          <p:cNvPr id="5126" name="Picture 6">
            <a:extLst>
              <a:ext uri="{FF2B5EF4-FFF2-40B4-BE49-F238E27FC236}">
                <a16:creationId xmlns:a16="http://schemas.microsoft.com/office/drawing/2014/main" id="{29080C3F-72DF-FC1E-E021-3E6A83D8F3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78281" y="2577662"/>
            <a:ext cx="1092131" cy="1413141"/>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a:extLst>
              <a:ext uri="{FF2B5EF4-FFF2-40B4-BE49-F238E27FC236}">
                <a16:creationId xmlns:a16="http://schemas.microsoft.com/office/drawing/2014/main" id="{42898FC9-B426-7831-7F54-CE23F148AB3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20645" y="2577662"/>
            <a:ext cx="998794" cy="14131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Jim Dücker </a:t>
            </a:r>
            <a:r>
              <a:rPr lang="de-DE" dirty="0" err="1"/>
              <a:t>Everything</a:t>
            </a:r>
            <a:r>
              <a:rPr lang="de-DE" dirty="0"/>
              <a:t> </a:t>
            </a:r>
            <a:r>
              <a:rPr lang="de-DE" dirty="0" err="1"/>
              <a:t>seems</a:t>
            </a:r>
            <a:r>
              <a:rPr lang="de-DE" dirty="0"/>
              <a:t> </a:t>
            </a:r>
            <a:r>
              <a:rPr lang="de-DE" dirty="0" err="1"/>
              <a:t>to</a:t>
            </a:r>
            <a:r>
              <a:rPr lang="de-DE" dirty="0"/>
              <a:t> </a:t>
            </a:r>
            <a:r>
              <a:rPr lang="de-DE" dirty="0" err="1"/>
              <a:t>be</a:t>
            </a:r>
            <a:r>
              <a:rPr lang="de-DE" dirty="0"/>
              <a:t> </a:t>
            </a:r>
            <a:r>
              <a:rPr lang="de-DE" dirty="0" err="1"/>
              <a:t>going</a:t>
            </a:r>
            <a:r>
              <a:rPr lang="de-DE" dirty="0"/>
              <a:t> </a:t>
            </a:r>
            <a:r>
              <a:rPr lang="de-DE" dirty="0" err="1"/>
              <a:t>well</a:t>
            </a:r>
            <a:r>
              <a:rPr lang="de-DE" dirty="0"/>
              <a:t>, </a:t>
            </a:r>
            <a:r>
              <a:rPr lang="de-DE" dirty="0" err="1"/>
              <a:t>especially</a:t>
            </a:r>
            <a:r>
              <a:rPr lang="de-DE" dirty="0"/>
              <a:t> </a:t>
            </a:r>
            <a:r>
              <a:rPr lang="de-DE" dirty="0" err="1"/>
              <a:t>with</a:t>
            </a:r>
            <a:r>
              <a:rPr lang="de-DE" dirty="0"/>
              <a:t> </a:t>
            </a:r>
            <a:r>
              <a:rPr lang="de-DE" dirty="0" err="1"/>
              <a:t>the</a:t>
            </a:r>
            <a:r>
              <a:rPr lang="de-DE" dirty="0"/>
              <a:t> Python </a:t>
            </a:r>
            <a:r>
              <a:rPr lang="de-DE" dirty="0" err="1"/>
              <a:t>exam</a:t>
            </a:r>
            <a:r>
              <a:rPr lang="de-DE" dirty="0"/>
              <a:t> </a:t>
            </a:r>
            <a:r>
              <a:rPr lang="de-DE" dirty="0" err="1"/>
              <a:t>being</a:t>
            </a:r>
            <a:r>
              <a:rPr lang="de-DE" dirty="0"/>
              <a:t> </a:t>
            </a:r>
            <a:r>
              <a:rPr lang="de-DE" dirty="0" err="1"/>
              <a:t>done</a:t>
            </a:r>
            <a:r>
              <a:rPr lang="de-DE" dirty="0"/>
              <a:t>.</a:t>
            </a:r>
            <a:endParaRPr dirty="0"/>
          </a:p>
          <a:p>
            <a:pPr marL="0" lvl="0" indent="0" algn="l" rtl="0">
              <a:spcBef>
                <a:spcPts val="800"/>
              </a:spcBef>
              <a:spcAft>
                <a:spcPts val="800"/>
              </a:spcAft>
              <a:buNone/>
            </a:pPr>
            <a:r>
              <a:rPr lang="en"/>
              <a:t>There’s no immediate problems to be noticed, so that’s good, but I need to ensure there’s nothing deeper causing problems.</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a:t>
            </a:r>
            <a:r>
              <a:rPr lang="de-DE" dirty="0" err="1"/>
              <a:t>continue</a:t>
            </a:r>
            <a:r>
              <a:rPr lang="de-DE" dirty="0"/>
              <a:t> </a:t>
            </a:r>
            <a:r>
              <a:rPr lang="de-DE" dirty="0" err="1"/>
              <a:t>working</a:t>
            </a:r>
            <a:r>
              <a:rPr lang="de-DE" dirty="0"/>
              <a:t> ans </a:t>
            </a:r>
            <a:r>
              <a:rPr lang="de-DE" dirty="0" err="1"/>
              <a:t>slowly</a:t>
            </a:r>
            <a:r>
              <a:rPr lang="de-DE" dirty="0"/>
              <a:t> </a:t>
            </a:r>
            <a:r>
              <a:rPr lang="de-DE" dirty="0" err="1"/>
              <a:t>prepare</a:t>
            </a:r>
            <a:r>
              <a:rPr lang="de-DE" dirty="0"/>
              <a:t> </a:t>
            </a:r>
            <a:r>
              <a:rPr lang="de-DE" dirty="0" err="1"/>
              <a:t>for</a:t>
            </a:r>
            <a:r>
              <a:rPr lang="de-DE" dirty="0"/>
              <a:t> </a:t>
            </a:r>
            <a:r>
              <a:rPr lang="de-DE" dirty="0" err="1"/>
              <a:t>the</a:t>
            </a:r>
            <a:r>
              <a:rPr lang="de-DE" dirty="0"/>
              <a:t> end </a:t>
            </a:r>
            <a:r>
              <a:rPr lang="de-DE" dirty="0" err="1"/>
              <a:t>of</a:t>
            </a:r>
            <a:r>
              <a:rPr lang="de-DE" dirty="0"/>
              <a:t>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err="1"/>
              <a:t>Unfortunately</a:t>
            </a:r>
            <a:r>
              <a:rPr lang="de-DE" dirty="0"/>
              <a:t> I </a:t>
            </a:r>
            <a:r>
              <a:rPr lang="de-DE" dirty="0" err="1"/>
              <a:t>became</a:t>
            </a:r>
            <a:r>
              <a:rPr lang="de-DE" dirty="0"/>
              <a:t> sick in </a:t>
            </a:r>
            <a:r>
              <a:rPr lang="de-DE" dirty="0" err="1"/>
              <a:t>the</a:t>
            </a:r>
            <a:r>
              <a:rPr lang="de-DE" dirty="0"/>
              <a:t> </a:t>
            </a:r>
            <a:r>
              <a:rPr lang="de-DE" dirty="0" err="1"/>
              <a:t>latter</a:t>
            </a:r>
            <a:r>
              <a:rPr lang="de-DE" dirty="0"/>
              <a:t> half </a:t>
            </a:r>
            <a:r>
              <a:rPr lang="de-DE" dirty="0" err="1"/>
              <a:t>of</a:t>
            </a:r>
            <a:r>
              <a:rPr lang="de-DE" dirty="0"/>
              <a:t> </a:t>
            </a:r>
            <a:r>
              <a:rPr lang="de-DE" dirty="0" err="1"/>
              <a:t>the</a:t>
            </a:r>
            <a:r>
              <a:rPr lang="de-DE" dirty="0"/>
              <a:t> </a:t>
            </a:r>
            <a:r>
              <a:rPr lang="de-DE" dirty="0" err="1"/>
              <a:t>week</a:t>
            </a:r>
            <a:r>
              <a:rPr lang="de-DE" dirty="0"/>
              <a:t> and was not </a:t>
            </a:r>
            <a:r>
              <a:rPr lang="de-DE" dirty="0" err="1"/>
              <a:t>able</a:t>
            </a:r>
            <a:r>
              <a:rPr lang="de-DE" dirty="0"/>
              <a:t> </a:t>
            </a:r>
            <a:r>
              <a:rPr lang="de-DE" dirty="0" err="1"/>
              <a:t>to</a:t>
            </a:r>
            <a:r>
              <a:rPr lang="de-DE" dirty="0"/>
              <a:t> do </a:t>
            </a:r>
            <a:r>
              <a:rPr lang="de-DE" dirty="0" err="1"/>
              <a:t>everything</a:t>
            </a:r>
            <a:r>
              <a:rPr lang="de-DE" dirty="0"/>
              <a:t> I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Not </a:t>
            </a:r>
            <a:r>
              <a:rPr lang="de-DE" dirty="0" err="1"/>
              <a:t>too</a:t>
            </a:r>
            <a:r>
              <a:rPr lang="de-DE" dirty="0"/>
              <a:t> </a:t>
            </a:r>
            <a:r>
              <a:rPr lang="de-DE" dirty="0" err="1"/>
              <a:t>great</a:t>
            </a:r>
            <a:r>
              <a:rPr lang="de-DE" dirty="0"/>
              <a:t> </a:t>
            </a:r>
            <a:r>
              <a:rPr lang="de-DE" dirty="0" err="1"/>
              <a:t>as</a:t>
            </a:r>
            <a:r>
              <a:rPr lang="de-DE" dirty="0"/>
              <a:t> I </a:t>
            </a:r>
            <a:r>
              <a:rPr lang="de-DE" dirty="0" err="1"/>
              <a:t>became</a:t>
            </a:r>
            <a:r>
              <a:rPr lang="de-DE" dirty="0"/>
              <a:t> sick in </a:t>
            </a:r>
            <a:r>
              <a:rPr lang="de-DE" dirty="0" err="1"/>
              <a:t>the</a:t>
            </a:r>
            <a:r>
              <a:rPr lang="de-DE" dirty="0"/>
              <a:t> </a:t>
            </a:r>
            <a:r>
              <a:rPr lang="de-DE" dirty="0" err="1"/>
              <a:t>latter</a:t>
            </a:r>
            <a:r>
              <a:rPr lang="de-DE" dirty="0"/>
              <a:t> </a:t>
            </a:r>
            <a:r>
              <a:rPr lang="de-DE" dirty="0" err="1"/>
              <a:t>part</a:t>
            </a:r>
            <a:r>
              <a:rPr lang="de-DE" dirty="0"/>
              <a:t> </a:t>
            </a:r>
            <a:r>
              <a:rPr lang="de-DE" dirty="0" err="1"/>
              <a:t>of</a:t>
            </a:r>
            <a:r>
              <a:rPr lang="de-DE" dirty="0"/>
              <a:t> </a:t>
            </a:r>
            <a:r>
              <a:rPr lang="de-DE" dirty="0" err="1"/>
              <a:t>the</a:t>
            </a:r>
            <a:r>
              <a:rPr lang="de-DE" dirty="0"/>
              <a:t> </a:t>
            </a:r>
            <a:r>
              <a:rPr lang="de-DE" dirty="0" err="1"/>
              <a:t>week</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a:t>Not </a:t>
            </a:r>
            <a:r>
              <a:rPr lang="de-DE" dirty="0" err="1"/>
              <a:t>much</a:t>
            </a:r>
            <a:r>
              <a:rPr lang="de-DE" dirty="0"/>
              <a:t>, </a:t>
            </a:r>
            <a:r>
              <a:rPr lang="de-DE" dirty="0" err="1"/>
              <a:t>unfortunately</a:t>
            </a:r>
            <a:r>
              <a:rPr lang="de-DE" dirty="0"/>
              <a:t>, </a:t>
            </a:r>
            <a:r>
              <a:rPr lang="de-DE" dirty="0" err="1"/>
              <a:t>as</a:t>
            </a:r>
            <a:r>
              <a:rPr lang="de-DE" dirty="0"/>
              <a:t> I </a:t>
            </a:r>
            <a:r>
              <a:rPr lang="de-DE" dirty="0" err="1"/>
              <a:t>barely</a:t>
            </a:r>
            <a:r>
              <a:rPr lang="de-DE" dirty="0"/>
              <a:t> </a:t>
            </a:r>
            <a:r>
              <a:rPr lang="de-DE" dirty="0" err="1"/>
              <a:t>did</a:t>
            </a:r>
            <a:r>
              <a:rPr lang="de-DE" dirty="0"/>
              <a:t> </a:t>
            </a:r>
            <a:r>
              <a:rPr lang="de-DE" dirty="0" err="1"/>
              <a:t>any</a:t>
            </a:r>
            <a:r>
              <a:rPr lang="de-DE" dirty="0"/>
              <a:t> </a:t>
            </a:r>
            <a:r>
              <a:rPr lang="de-DE" dirty="0" err="1"/>
              <a:t>school</a:t>
            </a:r>
            <a:r>
              <a:rPr lang="de-DE" dirty="0"/>
              <a:t> </a:t>
            </a:r>
            <a:r>
              <a:rPr lang="de-DE" dirty="0" err="1"/>
              <a:t>work</a:t>
            </a:r>
            <a:r>
              <a:rPr lang="de-DE" dirty="0"/>
              <a:t> </a:t>
            </a:r>
            <a:r>
              <a:rPr lang="de-DE" dirty="0" err="1"/>
              <a:t>from</a:t>
            </a:r>
            <a:r>
              <a:rPr lang="de-DE" dirty="0"/>
              <a:t> Wednesday.</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The </a:t>
            </a:r>
            <a:r>
              <a:rPr lang="de-DE" dirty="0" err="1"/>
              <a:t>week</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a:t>Not </a:t>
            </a:r>
            <a:r>
              <a:rPr lang="de-DE" dirty="0" err="1"/>
              <a:t>much</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tasks</a:t>
            </a:r>
            <a:r>
              <a:rPr lang="de-DE" dirty="0"/>
              <a:t> I </a:t>
            </a:r>
            <a:r>
              <a:rPr lang="de-DE" dirty="0" err="1"/>
              <a:t>missed</a:t>
            </a:r>
            <a:r>
              <a:rPr lang="de-DE" dirty="0"/>
              <a:t> </a:t>
            </a:r>
            <a:r>
              <a:rPr lang="de-DE" dirty="0" err="1"/>
              <a:t>this</a:t>
            </a:r>
            <a:r>
              <a:rPr lang="de-DE" dirty="0"/>
              <a:t> </a:t>
            </a:r>
            <a:r>
              <a:rPr lang="de-DE" dirty="0" err="1"/>
              <a:t>week</a:t>
            </a:r>
            <a:r>
              <a:rPr lang="de-DE" dirty="0"/>
              <a:t>.</a:t>
            </a:r>
          </a:p>
          <a:p>
            <a:pPr marL="182880" lvl="0" indent="-154940" algn="l" rtl="0">
              <a:spcBef>
                <a:spcPts val="0"/>
              </a:spcBef>
              <a:spcAft>
                <a:spcPts val="0"/>
              </a:spcAft>
              <a:buSzPts val="1000"/>
              <a:buChar char="●"/>
            </a:pPr>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err="1"/>
              <a:t>During</a:t>
            </a:r>
            <a:r>
              <a:rPr lang="de-DE" dirty="0"/>
              <a:t> </a:t>
            </a:r>
            <a:r>
              <a:rPr lang="de-DE" dirty="0" err="1"/>
              <a:t>the</a:t>
            </a:r>
            <a:r>
              <a:rPr lang="de-DE" dirty="0"/>
              <a:t> </a:t>
            </a:r>
            <a:r>
              <a:rPr lang="de-DE" dirty="0" err="1"/>
              <a:t>vacation</a:t>
            </a:r>
            <a:r>
              <a:rPr lang="de-DE" dirty="0"/>
              <a:t>, I </a:t>
            </a:r>
            <a:r>
              <a:rPr lang="de-DE" dirty="0" err="1"/>
              <a:t>have</a:t>
            </a:r>
            <a:r>
              <a:rPr lang="de-DE" dirty="0"/>
              <a:t> </a:t>
            </a:r>
            <a:r>
              <a:rPr lang="de-DE" dirty="0" err="1"/>
              <a:t>readjusted</a:t>
            </a:r>
            <a:r>
              <a:rPr lang="de-DE" dirty="0"/>
              <a:t> </a:t>
            </a:r>
            <a:r>
              <a:rPr lang="de-DE" dirty="0" err="1"/>
              <a:t>my</a:t>
            </a:r>
            <a:r>
              <a:rPr lang="de-DE" dirty="0"/>
              <a:t> </a:t>
            </a:r>
            <a:r>
              <a:rPr lang="de-DE" dirty="0" err="1"/>
              <a:t>first</a:t>
            </a:r>
            <a:r>
              <a:rPr lang="de-DE" dirty="0"/>
              <a:t> Smarter </a:t>
            </a:r>
            <a:r>
              <a:rPr lang="de-DE" dirty="0" err="1"/>
              <a:t>goal</a:t>
            </a:r>
            <a:r>
              <a:rPr lang="de-DE" dirty="0"/>
              <a:t> </a:t>
            </a:r>
            <a:r>
              <a:rPr lang="de-DE" dirty="0" err="1"/>
              <a:t>from</a:t>
            </a:r>
            <a:r>
              <a:rPr lang="de-DE" dirty="0"/>
              <a:t> 320 </a:t>
            </a:r>
            <a:r>
              <a:rPr lang="de-DE" dirty="0" err="1"/>
              <a:t>hours</a:t>
            </a:r>
            <a:r>
              <a:rPr lang="de-DE" dirty="0"/>
              <a:t> down </a:t>
            </a:r>
            <a:r>
              <a:rPr lang="de-DE" dirty="0" err="1"/>
              <a:t>to</a:t>
            </a:r>
            <a:r>
              <a:rPr lang="de-DE" dirty="0"/>
              <a:t> 240 </a:t>
            </a:r>
            <a:r>
              <a:rPr lang="de-DE" dirty="0" err="1"/>
              <a:t>hours</a:t>
            </a:r>
            <a:r>
              <a:rPr lang="de-DE" dirty="0"/>
              <a:t>, at 30 </a:t>
            </a:r>
            <a:r>
              <a:rPr lang="de-DE" dirty="0" err="1"/>
              <a:t>hours</a:t>
            </a:r>
            <a:r>
              <a:rPr lang="de-DE" dirty="0"/>
              <a:t> per </a:t>
            </a:r>
            <a:r>
              <a:rPr lang="de-DE" dirty="0" err="1"/>
              <a:t>week</a:t>
            </a:r>
            <a:r>
              <a:rPr lang="de-DE" dirty="0"/>
              <a:t>, and I </a:t>
            </a:r>
            <a:r>
              <a:rPr lang="de-DE" dirty="0" err="1"/>
              <a:t>hope</a:t>
            </a:r>
            <a:r>
              <a:rPr lang="de-DE" dirty="0"/>
              <a:t> </a:t>
            </a:r>
            <a:r>
              <a:rPr lang="de-DE" dirty="0" err="1"/>
              <a:t>to</a:t>
            </a:r>
            <a:r>
              <a:rPr lang="de-DE" dirty="0"/>
              <a:t> not </a:t>
            </a:r>
            <a:r>
              <a:rPr lang="de-DE" dirty="0" err="1"/>
              <a:t>need</a:t>
            </a:r>
            <a:r>
              <a:rPr lang="de-DE" dirty="0"/>
              <a:t> </a:t>
            </a:r>
            <a:r>
              <a:rPr lang="de-DE" dirty="0" err="1"/>
              <a:t>to</a:t>
            </a:r>
            <a:r>
              <a:rPr lang="de-DE" dirty="0"/>
              <a:t> </a:t>
            </a:r>
            <a:r>
              <a:rPr lang="de-DE" dirty="0" err="1"/>
              <a:t>readjust</a:t>
            </a:r>
            <a:r>
              <a:rPr lang="de-DE" dirty="0"/>
              <a:t> </a:t>
            </a:r>
            <a:r>
              <a:rPr lang="de-DE" dirty="0" err="1"/>
              <a:t>it</a:t>
            </a:r>
            <a:r>
              <a:rPr lang="de-DE" dirty="0"/>
              <a:t> </a:t>
            </a:r>
            <a:r>
              <a:rPr lang="de-DE" dirty="0" err="1"/>
              <a:t>again</a:t>
            </a:r>
            <a:r>
              <a:rPr lang="de-DE" dirty="0"/>
              <a:t> after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My </a:t>
            </a:r>
            <a:r>
              <a:rPr lang="de-DE" dirty="0" err="1"/>
              <a:t>sleep</a:t>
            </a:r>
            <a:r>
              <a:rPr lang="de-DE" dirty="0"/>
              <a:t> </a:t>
            </a:r>
            <a:r>
              <a:rPr lang="de-DE" dirty="0" err="1"/>
              <a:t>rhythm</a:t>
            </a:r>
            <a:r>
              <a:rPr lang="de-DE" dirty="0"/>
              <a:t> </a:t>
            </a:r>
            <a:r>
              <a:rPr lang="de-DE" dirty="0" err="1"/>
              <a:t>has</a:t>
            </a:r>
            <a:r>
              <a:rPr lang="de-DE" dirty="0"/>
              <a:t> also </a:t>
            </a:r>
            <a:r>
              <a:rPr lang="de-DE" dirty="0" err="1"/>
              <a:t>been</a:t>
            </a:r>
            <a:r>
              <a:rPr lang="de-DE" dirty="0"/>
              <a:t> </a:t>
            </a:r>
            <a:r>
              <a:rPr lang="de-DE" dirty="0" err="1"/>
              <a:t>broken</a:t>
            </a:r>
            <a:r>
              <a:rPr lang="de-DE" dirty="0"/>
              <a:t> </a:t>
            </a:r>
            <a:r>
              <a:rPr lang="de-DE" dirty="0" err="1"/>
              <a:t>up</a:t>
            </a:r>
            <a:r>
              <a:rPr lang="de-DE" dirty="0"/>
              <a:t> </a:t>
            </a:r>
            <a:r>
              <a:rPr lang="de-DE" dirty="0" err="1"/>
              <a:t>by</a:t>
            </a:r>
            <a:r>
              <a:rPr lang="de-DE" dirty="0"/>
              <a:t> </a:t>
            </a:r>
            <a:r>
              <a:rPr lang="de-DE" dirty="0" err="1"/>
              <a:t>the</a:t>
            </a:r>
            <a:r>
              <a:rPr lang="de-DE" dirty="0"/>
              <a:t> </a:t>
            </a:r>
            <a:r>
              <a:rPr lang="de-DE" dirty="0" err="1"/>
              <a:t>vacation</a:t>
            </a:r>
            <a:r>
              <a:rPr lang="de-DE" dirty="0"/>
              <a:t> </a:t>
            </a:r>
            <a:r>
              <a:rPr lang="de-DE" dirty="0" err="1"/>
              <a:t>as</a:t>
            </a:r>
            <a:r>
              <a:rPr lang="de-DE" dirty="0"/>
              <a:t> I </a:t>
            </a:r>
            <a:r>
              <a:rPr lang="de-DE" dirty="0" err="1"/>
              <a:t>went</a:t>
            </a:r>
            <a:r>
              <a:rPr lang="de-DE" dirty="0"/>
              <a:t> </a:t>
            </a:r>
            <a:r>
              <a:rPr lang="de-DE" dirty="0" err="1"/>
              <a:t>to</a:t>
            </a:r>
            <a:r>
              <a:rPr lang="de-DE" dirty="0"/>
              <a:t> a different </a:t>
            </a:r>
            <a:r>
              <a:rPr lang="de-DE" dirty="0" err="1"/>
              <a:t>country</a:t>
            </a:r>
            <a:r>
              <a:rPr lang="de-DE" dirty="0"/>
              <a:t> </a:t>
            </a:r>
            <a:r>
              <a:rPr lang="de-DE" dirty="0" err="1"/>
              <a:t>where</a:t>
            </a:r>
            <a:r>
              <a:rPr lang="de-DE" dirty="0"/>
              <a:t> </a:t>
            </a:r>
            <a:r>
              <a:rPr lang="de-DE" dirty="0" err="1"/>
              <a:t>sunrise</a:t>
            </a:r>
            <a:r>
              <a:rPr lang="de-DE" dirty="0"/>
              <a:t> and </a:t>
            </a:r>
            <a:r>
              <a:rPr lang="de-DE" dirty="0" err="1"/>
              <a:t>sunset</a:t>
            </a:r>
            <a:r>
              <a:rPr lang="de-DE" dirty="0"/>
              <a:t> </a:t>
            </a:r>
            <a:r>
              <a:rPr lang="de-DE" dirty="0" err="1"/>
              <a:t>are</a:t>
            </a:r>
            <a:r>
              <a:rPr lang="de-DE" dirty="0"/>
              <a:t> at different </a:t>
            </a:r>
            <a:r>
              <a:rPr lang="de-DE" dirty="0" err="1"/>
              <a:t>times</a:t>
            </a:r>
            <a:r>
              <a:rPr lang="de-DE" dirty="0"/>
              <a:t>. I </a:t>
            </a:r>
            <a:r>
              <a:rPr lang="de-DE" dirty="0" err="1"/>
              <a:t>have</a:t>
            </a:r>
            <a:r>
              <a:rPr lang="de-DE" dirty="0"/>
              <a:t> </a:t>
            </a:r>
            <a:r>
              <a:rPr lang="de-DE" dirty="0" err="1"/>
              <a:t>to</a:t>
            </a:r>
            <a:r>
              <a:rPr lang="de-DE" dirty="0"/>
              <a:t> </a:t>
            </a:r>
            <a:r>
              <a:rPr lang="de-DE" dirty="0" err="1"/>
              <a:t>re-adjust</a:t>
            </a:r>
            <a:r>
              <a:rPr lang="de-DE" dirty="0"/>
              <a:t> </a:t>
            </a:r>
            <a:r>
              <a:rPr lang="de-DE" dirty="0" err="1"/>
              <a:t>again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6146" name="Picture 2">
            <a:extLst>
              <a:ext uri="{FF2B5EF4-FFF2-40B4-BE49-F238E27FC236}">
                <a16:creationId xmlns:a16="http://schemas.microsoft.com/office/drawing/2014/main" id="{D351CC03-BF26-FBBE-BBC7-E5BE62F1A0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3949" y="2795663"/>
            <a:ext cx="1906660" cy="1099213"/>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a:extLst>
              <a:ext uri="{FF2B5EF4-FFF2-40B4-BE49-F238E27FC236}">
                <a16:creationId xmlns:a16="http://schemas.microsoft.com/office/drawing/2014/main" id="{B68B7D86-0C02-1B2E-04B0-81DE54DE1D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464" y="2795662"/>
            <a:ext cx="1906661" cy="10992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Maks Burchard (self-reflection)</a:t>
            </a:r>
            <a:r>
              <a:rPr lang="en" dirty="0"/>
              <a:t> </a:t>
            </a:r>
            <a:r>
              <a:rPr lang="de-DE" dirty="0" err="1"/>
              <a:t>Unfortunately</a:t>
            </a:r>
            <a:r>
              <a:rPr lang="de-DE" dirty="0"/>
              <a:t>, </a:t>
            </a:r>
            <a:r>
              <a:rPr lang="de-DE" dirty="0" err="1"/>
              <a:t>my</a:t>
            </a:r>
            <a:r>
              <a:rPr lang="de-DE" dirty="0"/>
              <a:t> </a:t>
            </a:r>
            <a:r>
              <a:rPr lang="de-DE" dirty="0" err="1"/>
              <a:t>sickness</a:t>
            </a:r>
            <a:r>
              <a:rPr lang="de-DE" dirty="0"/>
              <a:t> </a:t>
            </a:r>
            <a:r>
              <a:rPr lang="de-DE" dirty="0" err="1"/>
              <a:t>this</a:t>
            </a:r>
            <a:r>
              <a:rPr lang="de-DE" dirty="0"/>
              <a:t> </a:t>
            </a:r>
            <a:r>
              <a:rPr lang="de-DE" dirty="0" err="1"/>
              <a:t>week</a:t>
            </a:r>
            <a:r>
              <a:rPr lang="de-DE" dirty="0"/>
              <a:t> </a:t>
            </a:r>
            <a:r>
              <a:rPr lang="de-DE" dirty="0" err="1"/>
              <a:t>caused</a:t>
            </a:r>
            <a:r>
              <a:rPr lang="de-DE" dirty="0"/>
              <a:t> </a:t>
            </a:r>
            <a:r>
              <a:rPr lang="de-DE" dirty="0" err="1"/>
              <a:t>me</a:t>
            </a:r>
            <a:r>
              <a:rPr lang="de-DE" dirty="0"/>
              <a:t> </a:t>
            </a:r>
            <a:r>
              <a:rPr lang="de-DE" dirty="0" err="1"/>
              <a:t>both</a:t>
            </a:r>
            <a:r>
              <a:rPr lang="de-DE" dirty="0"/>
              <a:t> literal and figurative </a:t>
            </a:r>
            <a:r>
              <a:rPr lang="de-DE" dirty="0" err="1"/>
              <a:t>headaches</a:t>
            </a:r>
            <a:r>
              <a:rPr lang="de-DE" dirty="0"/>
              <a:t>. And </a:t>
            </a:r>
            <a:r>
              <a:rPr lang="de-DE" dirty="0" err="1"/>
              <a:t>while</a:t>
            </a:r>
            <a:r>
              <a:rPr lang="de-DE" dirty="0"/>
              <a:t> </a:t>
            </a:r>
            <a:r>
              <a:rPr lang="de-DE" dirty="0" err="1"/>
              <a:t>this</a:t>
            </a:r>
            <a:r>
              <a:rPr lang="de-DE" dirty="0"/>
              <a:t> </a:t>
            </a:r>
            <a:r>
              <a:rPr lang="de-DE" dirty="0" err="1"/>
              <a:t>has</a:t>
            </a:r>
            <a:r>
              <a:rPr lang="de-DE" dirty="0"/>
              <a:t> hurt </a:t>
            </a:r>
            <a:r>
              <a:rPr lang="de-DE" dirty="0" err="1"/>
              <a:t>my</a:t>
            </a:r>
            <a:r>
              <a:rPr lang="de-DE" dirty="0"/>
              <a:t> </a:t>
            </a:r>
            <a:r>
              <a:rPr lang="de-DE" dirty="0" err="1"/>
              <a:t>first</a:t>
            </a:r>
            <a:r>
              <a:rPr lang="de-DE" dirty="0"/>
              <a:t> SMARTER </a:t>
            </a:r>
            <a:r>
              <a:rPr lang="de-DE" dirty="0" err="1"/>
              <a:t>goals</a:t>
            </a:r>
            <a:r>
              <a:rPr lang="de-DE" dirty="0"/>
              <a:t> </a:t>
            </a:r>
            <a:r>
              <a:rPr lang="de-DE" dirty="0" err="1"/>
              <a:t>as</a:t>
            </a:r>
            <a:r>
              <a:rPr lang="de-DE" dirty="0"/>
              <a:t> I </a:t>
            </a:r>
            <a:r>
              <a:rPr lang="de-DE" dirty="0" err="1"/>
              <a:t>now</a:t>
            </a:r>
            <a:r>
              <a:rPr lang="de-DE" dirty="0"/>
              <a:t> </a:t>
            </a:r>
            <a:r>
              <a:rPr lang="de-DE" dirty="0" err="1"/>
              <a:t>need</a:t>
            </a:r>
            <a:r>
              <a:rPr lang="de-DE" dirty="0"/>
              <a:t> </a:t>
            </a:r>
            <a:r>
              <a:rPr lang="de-DE" dirty="0" err="1"/>
              <a:t>to</a:t>
            </a:r>
            <a:r>
              <a:rPr lang="de-DE" dirty="0"/>
              <a:t> do </a:t>
            </a:r>
            <a:r>
              <a:rPr lang="de-DE" dirty="0" err="1"/>
              <a:t>the</a:t>
            </a:r>
            <a:r>
              <a:rPr lang="de-DE" dirty="0"/>
              <a:t> </a:t>
            </a:r>
            <a:r>
              <a:rPr lang="de-DE" dirty="0" err="1"/>
              <a:t>work</a:t>
            </a:r>
            <a:r>
              <a:rPr lang="de-DE" dirty="0"/>
              <a:t> </a:t>
            </a:r>
            <a:r>
              <a:rPr lang="de-DE" dirty="0" err="1"/>
              <a:t>of</a:t>
            </a:r>
            <a:r>
              <a:rPr lang="de-DE" dirty="0"/>
              <a:t> </a:t>
            </a:r>
            <a:r>
              <a:rPr lang="de-DE" dirty="0" err="1"/>
              <a:t>two</a:t>
            </a:r>
            <a:r>
              <a:rPr lang="de-DE" dirty="0"/>
              <a:t> </a:t>
            </a:r>
            <a:r>
              <a:rPr lang="de-DE" dirty="0" err="1"/>
              <a:t>weeks</a:t>
            </a:r>
            <a:r>
              <a:rPr lang="de-DE" dirty="0"/>
              <a:t> in </a:t>
            </a:r>
            <a:r>
              <a:rPr lang="de-DE" dirty="0" err="1"/>
              <a:t>one</a:t>
            </a:r>
            <a:r>
              <a:rPr lang="de-DE" dirty="0"/>
              <a:t> </a:t>
            </a:r>
            <a:r>
              <a:rPr lang="de-DE" dirty="0" err="1"/>
              <a:t>week</a:t>
            </a:r>
            <a:r>
              <a:rPr lang="de-DE" dirty="0"/>
              <a:t>, </a:t>
            </a:r>
            <a:r>
              <a:rPr lang="de-DE" dirty="0" err="1"/>
              <a:t>it</a:t>
            </a:r>
            <a:r>
              <a:rPr lang="de-DE" dirty="0"/>
              <a:t> </a:t>
            </a:r>
            <a:r>
              <a:rPr lang="de-DE" dirty="0" err="1"/>
              <a:t>has</a:t>
            </a:r>
            <a:r>
              <a:rPr lang="de-DE" dirty="0"/>
              <a:t> </a:t>
            </a:r>
            <a:r>
              <a:rPr lang="de-DE" dirty="0" err="1"/>
              <a:t>helped</a:t>
            </a:r>
            <a:r>
              <a:rPr lang="de-DE" dirty="0"/>
              <a:t> </a:t>
            </a:r>
            <a:r>
              <a:rPr lang="de-DE" dirty="0" err="1"/>
              <a:t>me</a:t>
            </a:r>
            <a:r>
              <a:rPr lang="de-DE" dirty="0"/>
              <a:t> a </a:t>
            </a:r>
            <a:r>
              <a:rPr lang="de-DE" dirty="0" err="1"/>
              <a:t>bit</a:t>
            </a:r>
            <a:r>
              <a:rPr lang="de-DE" dirty="0"/>
              <a:t> </a:t>
            </a:r>
            <a:r>
              <a:rPr lang="de-DE" dirty="0" err="1"/>
              <a:t>with</a:t>
            </a:r>
            <a:r>
              <a:rPr lang="de-DE" dirty="0"/>
              <a:t> </a:t>
            </a:r>
            <a:r>
              <a:rPr lang="de-DE" dirty="0" err="1"/>
              <a:t>the</a:t>
            </a:r>
            <a:r>
              <a:rPr lang="de-DE" dirty="0"/>
              <a:t> </a:t>
            </a:r>
            <a:r>
              <a:rPr lang="de-DE" dirty="0" err="1"/>
              <a:t>second</a:t>
            </a:r>
            <a:r>
              <a:rPr lang="de-DE" dirty="0"/>
              <a:t> </a:t>
            </a:r>
            <a:r>
              <a:rPr lang="de-DE" dirty="0" err="1"/>
              <a:t>goal</a:t>
            </a:r>
            <a:r>
              <a:rPr lang="de-DE" dirty="0"/>
              <a:t> </a:t>
            </a:r>
            <a:r>
              <a:rPr lang="de-DE" dirty="0" err="1"/>
              <a:t>as</a:t>
            </a:r>
            <a:r>
              <a:rPr lang="de-DE" dirty="0"/>
              <a:t> I </a:t>
            </a:r>
            <a:r>
              <a:rPr lang="de-DE" dirty="0" err="1"/>
              <a:t>began</a:t>
            </a:r>
            <a:r>
              <a:rPr lang="de-DE" dirty="0"/>
              <a:t> </a:t>
            </a:r>
            <a:r>
              <a:rPr lang="de-DE" dirty="0" err="1"/>
              <a:t>sleeping</a:t>
            </a:r>
            <a:r>
              <a:rPr lang="de-DE" dirty="0"/>
              <a:t> </a:t>
            </a:r>
            <a:r>
              <a:rPr lang="de-DE" dirty="0" err="1"/>
              <a:t>earlier</a:t>
            </a:r>
            <a:r>
              <a:rPr lang="de-DE" dirty="0"/>
              <a:t>.</a:t>
            </a:r>
            <a:endParaRPr dirty="0"/>
          </a:p>
          <a:p>
            <a:pPr marL="0" lvl="0" indent="0" algn="l" rtl="0">
              <a:spcBef>
                <a:spcPts val="800"/>
              </a:spcBef>
              <a:spcAft>
                <a:spcPts val="800"/>
              </a:spcAft>
              <a:buNone/>
            </a:pPr>
            <a:r>
              <a:rPr lang="en" dirty="0"/>
              <a:t>In week 7 I have to catch up and do more work than I normally do as in week 8 </a:t>
            </a:r>
            <a:r>
              <a:rPr lang="nl-NL" dirty="0"/>
              <a:t>I </a:t>
            </a:r>
            <a:r>
              <a:rPr lang="nl-NL" dirty="0" err="1"/>
              <a:t>will</a:t>
            </a:r>
            <a:r>
              <a:rPr lang="nl-NL" dirty="0"/>
              <a:t> </a:t>
            </a:r>
            <a:r>
              <a:rPr lang="nl-NL" dirty="0" err="1"/>
              <a:t>probably</a:t>
            </a:r>
            <a:r>
              <a:rPr lang="nl-NL" dirty="0"/>
              <a:t> </a:t>
            </a:r>
            <a:r>
              <a:rPr lang="nl-NL" dirty="0" err="1"/>
              <a:t>be</a:t>
            </a:r>
            <a:r>
              <a:rPr lang="nl-NL" dirty="0"/>
              <a:t> busy </a:t>
            </a:r>
            <a:r>
              <a:rPr lang="nl-NL" dirty="0" err="1"/>
              <a:t>working</a:t>
            </a:r>
            <a:r>
              <a:rPr lang="nl-NL" dirty="0"/>
              <a:t> on </a:t>
            </a:r>
            <a:r>
              <a:rPr lang="nl-NL" dirty="0" err="1"/>
              <a:t>finalising</a:t>
            </a:r>
            <a:r>
              <a:rPr lang="nl-NL" dirty="0"/>
              <a:t> </a:t>
            </a:r>
            <a:r>
              <a:rPr lang="nl-NL" dirty="0" err="1"/>
              <a:t>this</a:t>
            </a:r>
            <a:r>
              <a:rPr lang="nl-NL" dirty="0"/>
              <a:t> block.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work</a:t>
            </a:r>
            <a:r>
              <a:rPr lang="de-DE" dirty="0"/>
              <a:t> </a:t>
            </a:r>
            <a:r>
              <a:rPr lang="de-DE" dirty="0" err="1"/>
              <a:t>that</a:t>
            </a:r>
            <a:r>
              <a:rPr lang="de-DE" dirty="0"/>
              <a:t> I </a:t>
            </a:r>
            <a:r>
              <a:rPr lang="de-DE" dirty="0" err="1"/>
              <a:t>did</a:t>
            </a:r>
            <a:r>
              <a:rPr lang="de-DE" dirty="0"/>
              <a:t> not do last </a:t>
            </a:r>
            <a:r>
              <a:rPr lang="de-DE" dirty="0" err="1"/>
              <a:t>week</a:t>
            </a:r>
            <a:r>
              <a:rPr lang="de-DE" dirty="0"/>
              <a:t> due </a:t>
            </a:r>
            <a:r>
              <a:rPr lang="de-DE" dirty="0" err="1"/>
              <a:t>to</a:t>
            </a:r>
            <a:r>
              <a:rPr lang="de-DE" dirty="0"/>
              <a:t> </a:t>
            </a:r>
            <a:r>
              <a:rPr lang="de-DE" dirty="0" err="1"/>
              <a:t>sickness</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caught</a:t>
            </a:r>
            <a:r>
              <a:rPr lang="de-DE" dirty="0"/>
              <a:t> </a:t>
            </a:r>
            <a:r>
              <a:rPr lang="de-DE" dirty="0" err="1"/>
              <a:t>up</a:t>
            </a:r>
            <a:r>
              <a:rPr lang="de-DE" dirty="0"/>
              <a:t> on all </a:t>
            </a:r>
            <a:r>
              <a:rPr lang="de-DE" dirty="0" err="1"/>
              <a:t>tasks</a:t>
            </a:r>
            <a:r>
              <a:rPr lang="de-DE" dirty="0"/>
              <a:t> bar 1 I </a:t>
            </a:r>
            <a:r>
              <a:rPr lang="de-DE" dirty="0" err="1"/>
              <a:t>missed</a:t>
            </a:r>
            <a:r>
              <a:rPr lang="de-DE" dirty="0"/>
              <a:t>, </a:t>
            </a:r>
            <a:r>
              <a:rPr lang="de-DE" dirty="0" err="1"/>
              <a:t>which</a:t>
            </a:r>
            <a:r>
              <a:rPr lang="de-DE" dirty="0"/>
              <a:t> I </a:t>
            </a:r>
            <a:r>
              <a:rPr lang="de-DE" dirty="0" err="1"/>
              <a:t>have</a:t>
            </a:r>
            <a:r>
              <a:rPr lang="de-DE" dirty="0"/>
              <a:t> </a:t>
            </a:r>
            <a:r>
              <a:rPr lang="de-DE" dirty="0" err="1"/>
              <a:t>begun</a:t>
            </a:r>
            <a:r>
              <a:rPr lang="de-DE" dirty="0"/>
              <a:t> </a:t>
            </a:r>
            <a:r>
              <a:rPr lang="de-DE" dirty="0" err="1"/>
              <a:t>working</a:t>
            </a:r>
            <a:r>
              <a:rPr lang="de-DE" dirty="0"/>
              <a:t> on at </a:t>
            </a:r>
            <a:r>
              <a:rPr lang="de-DE" dirty="0" err="1"/>
              <a:t>the</a:t>
            </a:r>
            <a:r>
              <a:rPr lang="de-DE" dirty="0"/>
              <a:t> </a:t>
            </a:r>
            <a:r>
              <a:rPr lang="de-DE" dirty="0" err="1"/>
              <a:t>start</a:t>
            </a:r>
            <a:r>
              <a:rPr lang="de-DE" dirty="0"/>
              <a:t> </a:t>
            </a:r>
            <a:r>
              <a:rPr lang="de-DE" dirty="0" err="1"/>
              <a:t>of</a:t>
            </a:r>
            <a:r>
              <a:rPr lang="de-DE" dirty="0"/>
              <a:t> </a:t>
            </a:r>
            <a:r>
              <a:rPr lang="de-DE" dirty="0" err="1"/>
              <a:t>week</a:t>
            </a:r>
            <a:r>
              <a:rPr lang="de-DE" dirty="0"/>
              <a:t> 8.</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went</a:t>
            </a:r>
            <a:r>
              <a:rPr lang="de-DE" dirty="0"/>
              <a:t> </a:t>
            </a:r>
            <a:r>
              <a:rPr lang="de-DE" dirty="0" err="1"/>
              <a:t>very</a:t>
            </a:r>
            <a:r>
              <a:rPr lang="de-DE" dirty="0"/>
              <a:t> </a:t>
            </a:r>
            <a:r>
              <a:rPr lang="de-DE" dirty="0" err="1"/>
              <a:t>well</a:t>
            </a:r>
            <a:r>
              <a:rPr lang="de-DE" dirty="0"/>
              <a:t> and was </a:t>
            </a:r>
            <a:r>
              <a:rPr lang="de-DE" dirty="0" err="1"/>
              <a:t>very</a:t>
            </a:r>
            <a:r>
              <a:rPr lang="de-DE" dirty="0"/>
              <a:t> </a:t>
            </a:r>
            <a:r>
              <a:rPr lang="de-DE" dirty="0" err="1"/>
              <a:t>productive</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Cathing</a:t>
            </a:r>
            <a:r>
              <a:rPr lang="de-DE" dirty="0"/>
              <a:t> </a:t>
            </a:r>
            <a:r>
              <a:rPr lang="de-DE" dirty="0" err="1"/>
              <a:t>up</a:t>
            </a:r>
            <a:r>
              <a:rPr lang="de-DE" dirty="0"/>
              <a:t> on </a:t>
            </a:r>
            <a:r>
              <a:rPr lang="de-DE" dirty="0" err="1"/>
              <a:t>work</a:t>
            </a:r>
            <a:r>
              <a:rPr lang="de-DE" dirty="0"/>
              <a:t> </a:t>
            </a:r>
            <a:r>
              <a:rPr lang="de-DE" dirty="0" err="1"/>
              <a:t>from</a:t>
            </a:r>
            <a:r>
              <a:rPr lang="de-DE" dirty="0"/>
              <a:t> </a:t>
            </a:r>
            <a:r>
              <a:rPr lang="de-DE" dirty="0" err="1"/>
              <a:t>the</a:t>
            </a:r>
            <a:r>
              <a:rPr lang="de-DE" dirty="0"/>
              <a:t> last </a:t>
            </a:r>
            <a:r>
              <a:rPr lang="de-DE" dirty="0" err="1"/>
              <a:t>week</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Nothing </a:t>
            </a:r>
            <a:r>
              <a:rPr lang="de-DE" dirty="0" err="1"/>
              <a:t>much</a:t>
            </a:r>
            <a:r>
              <a:rPr lang="de-DE" dirty="0"/>
              <a:t> </a:t>
            </a:r>
            <a:r>
              <a:rPr lang="de-DE" dirty="0" err="1"/>
              <a:t>went</a:t>
            </a:r>
            <a:r>
              <a:rPr lang="de-DE" dirty="0"/>
              <a:t> </a:t>
            </a:r>
            <a:r>
              <a:rPr lang="de-DE" dirty="0" err="1"/>
              <a:t>wrong</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err="1"/>
              <a:t>How</a:t>
            </a:r>
            <a:r>
              <a:rPr lang="de-DE" dirty="0"/>
              <a:t> </a:t>
            </a:r>
            <a:r>
              <a:rPr lang="de-DE" dirty="0" err="1"/>
              <a:t>to</a:t>
            </a:r>
            <a:r>
              <a:rPr lang="de-DE" dirty="0"/>
              <a:t> </a:t>
            </a:r>
            <a:r>
              <a:rPr lang="de-DE" dirty="0" err="1"/>
              <a:t>keep</a:t>
            </a:r>
            <a:r>
              <a:rPr lang="de-DE" dirty="0"/>
              <a:t> </a:t>
            </a:r>
            <a:r>
              <a:rPr lang="de-DE" dirty="0" err="1"/>
              <a:t>concentration</a:t>
            </a:r>
            <a:r>
              <a:rPr lang="de-DE" dirty="0"/>
              <a:t> and </a:t>
            </a:r>
            <a:r>
              <a:rPr lang="de-DE" dirty="0" err="1"/>
              <a:t>motivation</a:t>
            </a:r>
            <a:r>
              <a:rPr lang="de-DE" dirty="0"/>
              <a:t> </a:t>
            </a:r>
            <a:r>
              <a:rPr lang="de-DE" dirty="0" err="1"/>
              <a:t>for</a:t>
            </a:r>
            <a:r>
              <a:rPr lang="de-DE" dirty="0"/>
              <a:t> a </a:t>
            </a:r>
            <a:r>
              <a:rPr lang="de-DE" dirty="0" err="1"/>
              <a:t>pretty</a:t>
            </a:r>
            <a:r>
              <a:rPr lang="de-DE" dirty="0"/>
              <a:t> </a:t>
            </a:r>
            <a:r>
              <a:rPr lang="de-DE" dirty="0" err="1"/>
              <a:t>long</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I </a:t>
            </a:r>
            <a:r>
              <a:rPr lang="de-DE" dirty="0" err="1"/>
              <a:t>don‘t</a:t>
            </a:r>
            <a:r>
              <a:rPr lang="de-DE" dirty="0"/>
              <a:t> </a:t>
            </a:r>
            <a:r>
              <a:rPr lang="de-DE" dirty="0" err="1"/>
              <a:t>see</a:t>
            </a:r>
            <a:r>
              <a:rPr lang="de-DE" dirty="0"/>
              <a:t> </a:t>
            </a:r>
            <a:r>
              <a:rPr lang="de-DE" dirty="0" err="1"/>
              <a:t>anything</a:t>
            </a:r>
            <a:r>
              <a:rPr lang="de-DE" dirty="0"/>
              <a:t> </a:t>
            </a:r>
            <a:r>
              <a:rPr lang="de-DE" dirty="0" err="1"/>
              <a:t>from</a:t>
            </a:r>
            <a:r>
              <a:rPr lang="de-DE" dirty="0"/>
              <a:t> </a:t>
            </a:r>
            <a:r>
              <a:rPr lang="de-DE" dirty="0" err="1"/>
              <a:t>this</a:t>
            </a:r>
            <a:r>
              <a:rPr lang="de-DE" dirty="0"/>
              <a:t> </a:t>
            </a:r>
            <a:r>
              <a:rPr lang="de-DE" dirty="0" err="1"/>
              <a:t>week</a:t>
            </a:r>
            <a:r>
              <a:rPr lang="de-DE" dirty="0"/>
              <a:t> </a:t>
            </a:r>
            <a:r>
              <a:rPr lang="de-DE" dirty="0" err="1"/>
              <a:t>that</a:t>
            </a:r>
            <a:r>
              <a:rPr lang="de-DE" dirty="0"/>
              <a:t> </a:t>
            </a:r>
            <a:r>
              <a:rPr lang="de-DE" dirty="0" err="1"/>
              <a:t>could</a:t>
            </a:r>
            <a:r>
              <a:rPr lang="de-DE" dirty="0"/>
              <a:t> </a:t>
            </a:r>
            <a:r>
              <a:rPr lang="de-DE" dirty="0" err="1"/>
              <a:t>be</a:t>
            </a:r>
            <a:r>
              <a:rPr lang="de-DE" dirty="0"/>
              <a:t> </a:t>
            </a:r>
            <a:r>
              <a:rPr lang="de-DE" dirty="0" err="1"/>
              <a:t>added</a:t>
            </a:r>
            <a:r>
              <a:rPr lang="de-DE" dirty="0"/>
              <a:t>. I do </a:t>
            </a:r>
            <a:r>
              <a:rPr lang="de-DE" dirty="0" err="1"/>
              <a:t>need</a:t>
            </a:r>
            <a:r>
              <a:rPr lang="de-DE" dirty="0"/>
              <a:t> </a:t>
            </a:r>
            <a:r>
              <a:rPr lang="de-DE" dirty="0" err="1"/>
              <a:t>to</a:t>
            </a:r>
            <a:r>
              <a:rPr lang="de-DE" dirty="0"/>
              <a:t> </a:t>
            </a:r>
            <a:r>
              <a:rPr lang="de-DE" dirty="0" err="1"/>
              <a:t>work</a:t>
            </a:r>
            <a:r>
              <a:rPr lang="de-DE" dirty="0"/>
              <a:t> a </a:t>
            </a:r>
            <a:r>
              <a:rPr lang="de-DE" dirty="0" err="1"/>
              <a:t>lot</a:t>
            </a:r>
            <a:r>
              <a:rPr lang="de-DE" dirty="0"/>
              <a:t> </a:t>
            </a:r>
            <a:r>
              <a:rPr lang="de-DE" dirty="0" err="1"/>
              <a:t>next</a:t>
            </a:r>
            <a:r>
              <a:rPr lang="de-DE" dirty="0"/>
              <a:t> </a:t>
            </a:r>
            <a:r>
              <a:rPr lang="de-DE" dirty="0" err="1"/>
              <a:t>week</a:t>
            </a:r>
            <a:r>
              <a:rPr lang="de-DE" dirty="0"/>
              <a:t> </a:t>
            </a:r>
            <a:r>
              <a:rPr lang="de-DE" dirty="0" err="1"/>
              <a:t>as</a:t>
            </a:r>
            <a:r>
              <a:rPr lang="de-DE" dirty="0"/>
              <a:t> </a:t>
            </a:r>
            <a:r>
              <a:rPr lang="de-DE" dirty="0" err="1"/>
              <a:t>well</a:t>
            </a:r>
            <a:r>
              <a:rPr lang="de-DE" dirty="0"/>
              <a:t> </a:t>
            </a:r>
            <a:r>
              <a:rPr lang="de-DE" dirty="0" err="1"/>
              <a:t>as</a:t>
            </a:r>
            <a:r>
              <a:rPr lang="de-DE" dirty="0"/>
              <a:t> </a:t>
            </a:r>
            <a:r>
              <a:rPr lang="de-DE" dirty="0" err="1"/>
              <a:t>it</a:t>
            </a:r>
            <a:r>
              <a:rPr lang="de-DE" dirty="0"/>
              <a:t> </a:t>
            </a:r>
            <a:r>
              <a:rPr lang="de-DE" dirty="0" err="1"/>
              <a:t>is</a:t>
            </a:r>
            <a:r>
              <a:rPr lang="de-DE" dirty="0"/>
              <a:t> </a:t>
            </a:r>
            <a:r>
              <a:rPr lang="de-DE" dirty="0" err="1"/>
              <a:t>the</a:t>
            </a:r>
            <a:r>
              <a:rPr lang="de-DE" dirty="0"/>
              <a:t> final </a:t>
            </a:r>
            <a:r>
              <a:rPr lang="de-DE" dirty="0" err="1"/>
              <a:t>week</a:t>
            </a:r>
            <a:r>
              <a:rPr lang="de-DE" dirty="0"/>
              <a:t>.</a:t>
            </a:r>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r>
              <a:rPr lang="de-DE" dirty="0"/>
              <a:t>Due </a:t>
            </a:r>
            <a:r>
              <a:rPr lang="de-DE" dirty="0" err="1"/>
              <a:t>to</a:t>
            </a:r>
            <a:r>
              <a:rPr lang="de-DE" dirty="0"/>
              <a:t> </a:t>
            </a:r>
            <a:r>
              <a:rPr lang="de-DE" dirty="0" err="1"/>
              <a:t>my</a:t>
            </a:r>
            <a:r>
              <a:rPr lang="de-DE" dirty="0"/>
              <a:t> </a:t>
            </a:r>
            <a:r>
              <a:rPr lang="de-DE" dirty="0" err="1"/>
              <a:t>sickness</a:t>
            </a:r>
            <a:r>
              <a:rPr lang="de-DE" dirty="0"/>
              <a:t> last </a:t>
            </a:r>
            <a:r>
              <a:rPr lang="de-DE" dirty="0" err="1"/>
              <a:t>week</a:t>
            </a:r>
            <a:r>
              <a:rPr lang="de-DE" dirty="0"/>
              <a:t> and </a:t>
            </a:r>
            <a:r>
              <a:rPr lang="de-DE" dirty="0" err="1"/>
              <a:t>need</a:t>
            </a:r>
            <a:r>
              <a:rPr lang="de-DE" dirty="0"/>
              <a:t> </a:t>
            </a:r>
            <a:r>
              <a:rPr lang="de-DE" dirty="0" err="1"/>
              <a:t>to</a:t>
            </a:r>
            <a:r>
              <a:rPr lang="de-DE" dirty="0"/>
              <a:t> catch </a:t>
            </a:r>
            <a:r>
              <a:rPr lang="de-DE" dirty="0" err="1"/>
              <a:t>up</a:t>
            </a:r>
            <a:r>
              <a:rPr lang="de-DE" dirty="0"/>
              <a:t> </a:t>
            </a:r>
            <a:r>
              <a:rPr lang="de-DE" dirty="0" err="1"/>
              <a:t>this</a:t>
            </a:r>
            <a:r>
              <a:rPr lang="de-DE" dirty="0"/>
              <a:t> </a:t>
            </a:r>
            <a:r>
              <a:rPr lang="de-DE" dirty="0" err="1"/>
              <a:t>week</a:t>
            </a:r>
            <a:r>
              <a:rPr lang="de-DE" dirty="0"/>
              <a:t>, </a:t>
            </a:r>
            <a:r>
              <a:rPr lang="de-DE" dirty="0" err="1"/>
              <a:t>the</a:t>
            </a:r>
            <a:r>
              <a:rPr lang="de-DE" dirty="0"/>
              <a:t> </a:t>
            </a:r>
            <a:r>
              <a:rPr lang="de-DE" dirty="0" err="1"/>
              <a:t>times</a:t>
            </a:r>
            <a:r>
              <a:rPr lang="de-DE" dirty="0"/>
              <a:t> </a:t>
            </a:r>
            <a:r>
              <a:rPr lang="de-DE" dirty="0" err="1"/>
              <a:t>for</a:t>
            </a:r>
            <a:r>
              <a:rPr lang="de-DE" dirty="0"/>
              <a:t> </a:t>
            </a:r>
            <a:r>
              <a:rPr lang="de-DE" dirty="0" err="1"/>
              <a:t>actual</a:t>
            </a:r>
            <a:r>
              <a:rPr lang="de-DE" dirty="0"/>
              <a:t> </a:t>
            </a:r>
            <a:r>
              <a:rPr lang="de-DE" dirty="0" err="1"/>
              <a:t>work</a:t>
            </a:r>
            <a:r>
              <a:rPr lang="de-DE" dirty="0"/>
              <a:t> </a:t>
            </a:r>
            <a:r>
              <a:rPr lang="de-DE" dirty="0" err="1"/>
              <a:t>this</a:t>
            </a:r>
            <a:r>
              <a:rPr lang="de-DE" dirty="0"/>
              <a:t> </a:t>
            </a:r>
            <a:r>
              <a:rPr lang="de-DE" dirty="0" err="1"/>
              <a:t>week</a:t>
            </a:r>
            <a:r>
              <a:rPr lang="de-DE" dirty="0"/>
              <a:t> </a:t>
            </a:r>
            <a:r>
              <a:rPr lang="de-DE" dirty="0" err="1"/>
              <a:t>have</a:t>
            </a:r>
            <a:r>
              <a:rPr lang="de-DE" dirty="0"/>
              <a:t> </a:t>
            </a:r>
            <a:r>
              <a:rPr lang="de-DE" dirty="0" err="1"/>
              <a:t>taken</a:t>
            </a:r>
            <a:r>
              <a:rPr lang="de-DE" dirty="0"/>
              <a:t> a </a:t>
            </a:r>
            <a:r>
              <a:rPr lang="de-DE" dirty="0" err="1"/>
              <a:t>hit</a:t>
            </a:r>
            <a:r>
              <a:rPr lang="de-DE" dirty="0"/>
              <a:t> </a:t>
            </a:r>
            <a:r>
              <a:rPr lang="de-DE" dirty="0" err="1"/>
              <a:t>while</a:t>
            </a:r>
            <a:r>
              <a:rPr lang="de-DE" dirty="0"/>
              <a:t> </a:t>
            </a:r>
            <a:r>
              <a:rPr lang="de-DE" dirty="0" err="1"/>
              <a:t>the</a:t>
            </a:r>
            <a:r>
              <a:rPr lang="de-DE" dirty="0"/>
              <a:t> </a:t>
            </a:r>
            <a:r>
              <a:rPr lang="de-DE" dirty="0" err="1"/>
              <a:t>actual</a:t>
            </a:r>
            <a:r>
              <a:rPr lang="de-DE" dirty="0"/>
              <a:t> time </a:t>
            </a:r>
            <a:r>
              <a:rPr lang="de-DE" dirty="0" err="1"/>
              <a:t>spent</a:t>
            </a:r>
            <a:r>
              <a:rPr lang="de-DE" dirty="0"/>
              <a:t> </a:t>
            </a:r>
            <a:r>
              <a:rPr lang="de-DE" dirty="0" err="1"/>
              <a:t>working</a:t>
            </a:r>
            <a:r>
              <a:rPr lang="de-DE" dirty="0"/>
              <a:t> </a:t>
            </a:r>
            <a:r>
              <a:rPr lang="de-DE" dirty="0" err="1"/>
              <a:t>has</a:t>
            </a:r>
            <a:r>
              <a:rPr lang="de-DE" dirty="0"/>
              <a:t> </a:t>
            </a:r>
            <a:r>
              <a:rPr lang="de-DE" dirty="0" err="1"/>
              <a:t>been</a:t>
            </a:r>
            <a:r>
              <a:rPr lang="de-DE" dirty="0"/>
              <a:t> </a:t>
            </a:r>
            <a:r>
              <a:rPr lang="de-DE" dirty="0" err="1"/>
              <a:t>the</a:t>
            </a:r>
            <a:r>
              <a:rPr lang="de-DE" dirty="0"/>
              <a:t> </a:t>
            </a:r>
            <a:r>
              <a:rPr lang="de-DE" dirty="0" err="1"/>
              <a:t>highest</a:t>
            </a:r>
            <a:r>
              <a:rPr lang="de-DE" dirty="0"/>
              <a:t> </a:t>
            </a:r>
            <a:r>
              <a:rPr lang="de-DE" dirty="0" err="1"/>
              <a:t>of</a:t>
            </a:r>
            <a:r>
              <a:rPr lang="de-DE" dirty="0"/>
              <a:t> all </a:t>
            </a:r>
            <a:r>
              <a:rPr lang="de-DE" dirty="0" err="1"/>
              <a:t>weeks</a:t>
            </a:r>
            <a:r>
              <a:rPr lang="de-DE" dirty="0"/>
              <a:t>. I </a:t>
            </a:r>
            <a:r>
              <a:rPr lang="de-DE" dirty="0" err="1"/>
              <a:t>have</a:t>
            </a:r>
            <a:r>
              <a:rPr lang="de-DE" dirty="0"/>
              <a:t> </a:t>
            </a:r>
            <a:r>
              <a:rPr lang="de-DE" dirty="0" err="1"/>
              <a:t>readjusted</a:t>
            </a:r>
            <a:r>
              <a:rPr lang="de-DE" dirty="0"/>
              <a:t> </a:t>
            </a:r>
            <a:r>
              <a:rPr lang="de-DE" dirty="0" err="1"/>
              <a:t>to</a:t>
            </a:r>
            <a:r>
              <a:rPr lang="de-DE" dirty="0"/>
              <a:t> </a:t>
            </a:r>
            <a:r>
              <a:rPr lang="de-DE" dirty="0" err="1"/>
              <a:t>the</a:t>
            </a:r>
            <a:r>
              <a:rPr lang="de-DE" dirty="0"/>
              <a:t> </a:t>
            </a:r>
            <a:r>
              <a:rPr lang="de-DE" dirty="0" err="1"/>
              <a:t>sleep</a:t>
            </a:r>
            <a:r>
              <a:rPr lang="de-DE" dirty="0"/>
              <a:t> </a:t>
            </a:r>
            <a:r>
              <a:rPr lang="de-DE" dirty="0" err="1"/>
              <a:t>schedule</a:t>
            </a:r>
            <a:r>
              <a:rPr lang="de-DE" dirty="0"/>
              <a:t> I </a:t>
            </a:r>
            <a:r>
              <a:rPr lang="de-DE" dirty="0" err="1"/>
              <a:t>had</a:t>
            </a:r>
            <a:r>
              <a:rPr lang="de-DE" dirty="0"/>
              <a:t> </a:t>
            </a:r>
            <a:r>
              <a:rPr lang="de-DE" dirty="0" err="1"/>
              <a:t>before</a:t>
            </a:r>
            <a:r>
              <a:rPr lang="de-DE" dirty="0"/>
              <a:t> </a:t>
            </a:r>
            <a:r>
              <a:rPr lang="de-DE" dirty="0" err="1"/>
              <a:t>the</a:t>
            </a:r>
            <a:r>
              <a:rPr lang="de-DE" dirty="0"/>
              <a:t> </a:t>
            </a:r>
            <a:r>
              <a:rPr lang="de-DE" dirty="0" err="1"/>
              <a:t>vacation</a:t>
            </a:r>
            <a:r>
              <a:rPr lang="de-DE" dirty="0"/>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170" name="Picture 2">
            <a:extLst>
              <a:ext uri="{FF2B5EF4-FFF2-40B4-BE49-F238E27FC236}">
                <a16:creationId xmlns:a16="http://schemas.microsoft.com/office/drawing/2014/main" id="{B02FD8A8-B511-5174-C8A5-A5A5C7684B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868" y="2738651"/>
            <a:ext cx="1811968" cy="10446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Do </a:t>
            </a:r>
            <a:r>
              <a:rPr lang="de-DE" dirty="0" err="1"/>
              <a:t>the</a:t>
            </a:r>
            <a:r>
              <a:rPr lang="de-DE" dirty="0"/>
              <a:t> final </a:t>
            </a:r>
            <a:r>
              <a:rPr lang="de-DE" dirty="0" err="1"/>
              <a:t>touches</a:t>
            </a:r>
            <a:r>
              <a:rPr lang="de-DE" dirty="0"/>
              <a:t> </a:t>
            </a:r>
            <a:r>
              <a:rPr lang="de-DE" dirty="0" err="1"/>
              <a:t>to</a:t>
            </a:r>
            <a:r>
              <a:rPr lang="de-DE" dirty="0"/>
              <a:t> </a:t>
            </a:r>
            <a:r>
              <a:rPr lang="de-DE" dirty="0" err="1"/>
              <a:t>my</a:t>
            </a:r>
            <a:r>
              <a:rPr lang="de-DE" dirty="0"/>
              <a:t> </a:t>
            </a:r>
            <a:r>
              <a:rPr lang="de-DE" dirty="0" err="1"/>
              <a:t>work</a:t>
            </a:r>
            <a:r>
              <a:rPr lang="de-DE" dirty="0"/>
              <a:t> </a:t>
            </a:r>
            <a:r>
              <a:rPr lang="de-DE" dirty="0" err="1"/>
              <a:t>this</a:t>
            </a:r>
            <a:r>
              <a:rPr lang="de-DE" dirty="0"/>
              <a:t> block and finish </a:t>
            </a:r>
            <a:r>
              <a:rPr lang="de-DE" dirty="0" err="1"/>
              <a:t>the</a:t>
            </a:r>
            <a:r>
              <a:rPr lang="de-DE" dirty="0"/>
              <a:t> block.</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endParaRPr lang="en" dirty="0"/>
          </a:p>
          <a:p>
            <a:pPr marL="182880" indent="-154940"/>
            <a:r>
              <a:rPr lang="de-DE" b="1" dirty="0"/>
              <a:t>SMARTER-Goals </a:t>
            </a:r>
            <a:r>
              <a:rPr lang="de-DE" b="1" dirty="0" err="1"/>
              <a:t>reflections</a:t>
            </a:r>
            <a:r>
              <a:rPr lang="de-DE" b="1" dirty="0"/>
              <a:t>:</a:t>
            </a:r>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98D9791E-52D0-4ABB-925A-4EAECF798D9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814</TotalTime>
  <Words>7365</Words>
  <Application>Microsoft Office PowerPoint</Application>
  <PresentationFormat>On-screen Show (16:9)</PresentationFormat>
  <Paragraphs>618</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Roboto</vt:lpstr>
      <vt:lpstr>Arial</vt:lpstr>
      <vt:lpstr>Helvetica Neue</vt:lpstr>
      <vt:lpstr>Calibri</vt:lpstr>
      <vt:lpstr>Roboto Light</vt:lpstr>
      <vt:lpstr>Proxima Nova</vt:lpstr>
      <vt:lpstr>Roboto Thin</vt:lpstr>
      <vt:lpstr>Open Sans</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Burchard, Maks (240894)</cp:lastModifiedBy>
  <cp:revision>90</cp:revision>
  <dcterms:modified xsi:type="dcterms:W3CDTF">2025-01-23T20:58:49Z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