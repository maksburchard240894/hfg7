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802" y="6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pl-PL" dirty="0"/>
              <a:t>Making sure I get the 320 hours of work expected of me this block.</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pl-PL" dirty="0"/>
              <a:t>First goal is to reach the 320 hours. I should aim for getting 40 hours of work each week and if I don’t reach it, I need to compensate for that by doing more work next week.</a:t>
            </a:r>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indent="0">
              <a:spcBef>
                <a:spcPts val="800"/>
              </a:spcBef>
              <a:spcAft>
                <a:spcPts val="800"/>
              </a:spcAft>
              <a:buNone/>
            </a:pPr>
            <a:r>
              <a:rPr lang="en"/>
              <a:t>Response</a:t>
            </a:r>
            <a:r>
              <a:rPr lang="en-US"/>
              <a:t> to Feedback</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 and week 1.</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a:t>
            </a:r>
            <a:r>
              <a:rPr lang="pl-PL"/>
              <a:t>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a:t>This week I need to catch up on work that I had planned in my WorkLog for the past 2 weeks that I did not finish.</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2.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402</TotalTime>
  <Words>6016</Words>
  <Application>Microsoft Office PowerPoint</Application>
  <PresentationFormat>On-screen Show (16:9)</PresentationFormat>
  <Paragraphs>567</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Calibri</vt:lpstr>
      <vt:lpstr>Helvetica Neue</vt:lpstr>
      <vt:lpstr>Open Sans</vt:lpstr>
      <vt:lpstr>Roboto Thin</vt:lpstr>
      <vt:lpstr>Roboto Light</vt:lpstr>
      <vt:lpstr>Roboto</vt:lpstr>
      <vt:lpstr>Proxima Nova</vt:lpstr>
      <vt:lpstr>Arial</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Maks Burchard</cp:lastModifiedBy>
  <cp:revision>31</cp:revision>
  <dcterms:modified xsi:type="dcterms:W3CDTF">2024-12-02T21:55:13Z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