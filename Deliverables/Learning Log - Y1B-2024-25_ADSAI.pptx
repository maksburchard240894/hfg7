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r>
              <a:rPr lang="en-GB" dirty="0"/>
              <a:t>Sleep good well :</a:t>
            </a:r>
            <a:r>
              <a:rPr lang="en-GB" dirty="0" err="1"/>
              <a:t>thumbsup</a:t>
            </a:r>
            <a:r>
              <a:rPr lang="en-GB"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and have fallen behind more. I also did not catch up with the unfinished work from the previous weeks.</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609</TotalTime>
  <Words>6116</Words>
  <Application>Microsoft Office PowerPoint</Application>
  <PresentationFormat>On-screen Show (16:9)</PresentationFormat>
  <Paragraphs>574</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Proxima Nova</vt:lpstr>
      <vt:lpstr>Roboto Thin</vt:lpstr>
      <vt:lpstr>Helvetica Neue</vt:lpstr>
      <vt:lpstr>Roboto</vt:lpstr>
      <vt:lpstr>Calibri</vt:lpstr>
      <vt:lpstr>Open Sans</vt:lpstr>
      <vt:lpstr>Arial</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40</cp:revision>
  <dcterms:modified xsi:type="dcterms:W3CDTF">2024-12-13T14:58:14Z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