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1" d="100"/>
          <a:sy n="71" d="100"/>
        </p:scale>
        <p:origin x="68" y="112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r>
              <a:rPr lang="en-GB" dirty="0"/>
              <a:t>Sleep good well :</a:t>
            </a:r>
            <a:r>
              <a:rPr lang="en-GB" dirty="0" err="1"/>
              <a:t>thumbsup</a:t>
            </a:r>
            <a:r>
              <a:rPr lang="en-GB" dirty="0"/>
              <a:t>:</a:t>
            </a: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 and week 1.</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and have fallen behind more. I also did not catch up with the unfinished work from the previous weeks.</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de-DE" dirty="0"/>
              <a:t>I </a:t>
            </a:r>
            <a:r>
              <a:rPr lang="de-DE" dirty="0" err="1"/>
              <a:t>have</a:t>
            </a:r>
            <a:r>
              <a:rPr lang="de-DE" dirty="0"/>
              <a:t> </a:t>
            </a:r>
            <a:r>
              <a:rPr lang="de-DE" dirty="0" err="1"/>
              <a:t>prepared</a:t>
            </a:r>
            <a:r>
              <a:rPr lang="de-DE" dirty="0"/>
              <a:t> </a:t>
            </a:r>
            <a:r>
              <a:rPr lang="de-DE" dirty="0" err="1"/>
              <a:t>for</a:t>
            </a:r>
            <a:r>
              <a:rPr lang="de-DE" dirty="0"/>
              <a:t> </a:t>
            </a:r>
            <a:r>
              <a:rPr lang="de-DE" dirty="0" err="1"/>
              <a:t>the</a:t>
            </a:r>
            <a:r>
              <a:rPr lang="de-DE" dirty="0"/>
              <a:t> </a:t>
            </a:r>
            <a:r>
              <a:rPr lang="de-DE" dirty="0" err="1"/>
              <a:t>retake</a:t>
            </a:r>
            <a:r>
              <a:rPr lang="de-DE" dirty="0"/>
              <a:t> and </a:t>
            </a:r>
            <a:r>
              <a:rPr lang="de-DE" dirty="0" err="1"/>
              <a:t>continued</a:t>
            </a:r>
            <a:r>
              <a:rPr lang="de-DE" dirty="0"/>
              <a:t> </a:t>
            </a:r>
            <a:r>
              <a:rPr lang="de-DE" dirty="0" err="1"/>
              <a:t>working</a:t>
            </a:r>
            <a:r>
              <a:rPr lang="de-DE" dirty="0"/>
              <a:t> on </a:t>
            </a:r>
            <a:r>
              <a:rPr lang="de-DE" dirty="0" err="1"/>
              <a:t>the</a:t>
            </a:r>
            <a:r>
              <a:rPr lang="de-DE" dirty="0"/>
              <a:t> </a:t>
            </a:r>
            <a:r>
              <a:rPr lang="de-DE" dirty="0" err="1"/>
              <a:t>task</a:t>
            </a:r>
            <a:r>
              <a:rPr lang="de-DE" dirty="0"/>
              <a:t> </a:t>
            </a:r>
            <a:r>
              <a:rPr lang="de-DE" dirty="0" err="1"/>
              <a:t>from</a:t>
            </a:r>
            <a:r>
              <a:rPr lang="de-DE" dirty="0"/>
              <a:t> </a:t>
            </a:r>
            <a:r>
              <a:rPr lang="de-DE" dirty="0" err="1"/>
              <a:t>the</a:t>
            </a:r>
            <a:r>
              <a:rPr lang="de-DE" dirty="0"/>
              <a:t> </a:t>
            </a:r>
            <a:r>
              <a:rPr lang="de-DE" dirty="0" err="1"/>
              <a:t>other</a:t>
            </a:r>
            <a:r>
              <a:rPr lang="de-DE" dirty="0"/>
              <a:t> </a:t>
            </a:r>
            <a:r>
              <a:rPr lang="de-DE" dirty="0" err="1"/>
              <a:t>days</a:t>
            </a:r>
            <a:r>
              <a:rPr lang="de-DE" dirty="0"/>
              <a:t> </a:t>
            </a:r>
            <a:r>
              <a:rPr lang="de-DE" dirty="0" err="1"/>
              <a:t>that</a:t>
            </a:r>
            <a:r>
              <a:rPr lang="de-DE" dirty="0"/>
              <a:t> I </a:t>
            </a:r>
            <a:r>
              <a:rPr lang="de-DE" dirty="0" err="1"/>
              <a:t>wasn</a:t>
            </a:r>
            <a:r>
              <a:rPr lang="de-DE" dirty="0"/>
              <a:t> not sick.</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r>
              <a:rPr lang="de-DE" dirty="0"/>
              <a:t>The </a:t>
            </a:r>
            <a:r>
              <a:rPr lang="de-DE" dirty="0" err="1"/>
              <a:t>week</a:t>
            </a:r>
            <a:r>
              <a:rPr lang="de-DE" dirty="0"/>
              <a:t> </a:t>
            </a:r>
            <a:r>
              <a:rPr lang="de-DE" dirty="0" err="1"/>
              <a:t>began</a:t>
            </a:r>
            <a:r>
              <a:rPr lang="de-DE" dirty="0"/>
              <a:t> </a:t>
            </a:r>
            <a:r>
              <a:rPr lang="de-DE" dirty="0" err="1"/>
              <a:t>bad</a:t>
            </a:r>
            <a:r>
              <a:rPr lang="de-DE" dirty="0"/>
              <a:t> </a:t>
            </a:r>
            <a:r>
              <a:rPr lang="de-DE" dirty="0" err="1"/>
              <a:t>with</a:t>
            </a:r>
            <a:r>
              <a:rPr lang="de-DE" dirty="0"/>
              <a:t> </a:t>
            </a:r>
            <a:r>
              <a:rPr lang="de-DE" dirty="0" err="1"/>
              <a:t>me</a:t>
            </a:r>
            <a:r>
              <a:rPr lang="de-DE" dirty="0"/>
              <a:t> </a:t>
            </a:r>
            <a:r>
              <a:rPr lang="de-DE" dirty="0" err="1"/>
              <a:t>being</a:t>
            </a:r>
            <a:r>
              <a:rPr lang="de-DE" dirty="0"/>
              <a:t> sick but </a:t>
            </a:r>
            <a:r>
              <a:rPr lang="de-DE" dirty="0" err="1"/>
              <a:t>it</a:t>
            </a:r>
            <a:r>
              <a:rPr lang="de-DE" dirty="0"/>
              <a:t> </a:t>
            </a:r>
            <a:r>
              <a:rPr lang="de-DE" dirty="0" err="1"/>
              <a:t>did</a:t>
            </a:r>
            <a:r>
              <a:rPr lang="de-DE" dirty="0"/>
              <a:t> turn </a:t>
            </a:r>
            <a:r>
              <a:rPr lang="de-DE" dirty="0" err="1"/>
              <a:t>good</a:t>
            </a:r>
            <a:r>
              <a:rPr lang="de-DE" dirty="0"/>
              <a:t> </a:t>
            </a:r>
            <a:r>
              <a:rPr lang="de-DE" dirty="0" err="1"/>
              <a:t>as</a:t>
            </a:r>
            <a:r>
              <a:rPr lang="de-DE" dirty="0"/>
              <a:t> I </a:t>
            </a:r>
            <a:r>
              <a:rPr lang="de-DE" dirty="0" err="1"/>
              <a:t>prepared</a:t>
            </a:r>
            <a:r>
              <a:rPr lang="de-DE" dirty="0"/>
              <a:t> </a:t>
            </a:r>
            <a:r>
              <a:rPr lang="de-DE" dirty="0" err="1"/>
              <a:t>for</a:t>
            </a:r>
            <a:r>
              <a:rPr lang="de-DE" dirty="0"/>
              <a:t> </a:t>
            </a:r>
            <a:r>
              <a:rPr lang="de-DE" dirty="0" err="1"/>
              <a:t>the</a:t>
            </a:r>
            <a:r>
              <a:rPr lang="de-DE" dirty="0"/>
              <a:t> </a:t>
            </a:r>
            <a:r>
              <a:rPr lang="de-DE" dirty="0" err="1"/>
              <a:t>retakes</a:t>
            </a:r>
            <a:r>
              <a:rPr lang="de-DE" dirty="0"/>
              <a:t>.</a:t>
            </a: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de-DE" dirty="0" err="1"/>
              <a:t>Preparation</a:t>
            </a:r>
            <a:r>
              <a:rPr lang="de-DE" dirty="0"/>
              <a:t> </a:t>
            </a:r>
            <a:r>
              <a:rPr lang="de-DE" dirty="0" err="1"/>
              <a:t>for</a:t>
            </a:r>
            <a:r>
              <a:rPr lang="de-DE" dirty="0"/>
              <a:t> </a:t>
            </a:r>
            <a:r>
              <a:rPr lang="de-DE" dirty="0" err="1"/>
              <a:t>the</a:t>
            </a:r>
            <a:r>
              <a:rPr lang="de-DE" dirty="0"/>
              <a:t> </a:t>
            </a:r>
            <a:r>
              <a:rPr lang="de-DE" dirty="0" err="1"/>
              <a:t>retakes</a:t>
            </a:r>
            <a:r>
              <a:rPr lang="de-DE" dirty="0"/>
              <a:t>.</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de-DE" dirty="0"/>
              <a:t>On Tuesday and a </a:t>
            </a:r>
            <a:r>
              <a:rPr lang="de-DE" dirty="0" err="1"/>
              <a:t>bit</a:t>
            </a:r>
            <a:r>
              <a:rPr lang="de-DE" dirty="0"/>
              <a:t> on Wednesday I was sick, so I </a:t>
            </a:r>
            <a:r>
              <a:rPr lang="de-DE" dirty="0" err="1"/>
              <a:t>fell</a:t>
            </a:r>
            <a:r>
              <a:rPr lang="de-DE" dirty="0"/>
              <a:t> </a:t>
            </a:r>
            <a:r>
              <a:rPr lang="de-DE" dirty="0" err="1"/>
              <a:t>behind</a:t>
            </a:r>
            <a:r>
              <a:rPr lang="de-DE" dirty="0"/>
              <a:t> </a:t>
            </a:r>
            <a:r>
              <a:rPr lang="de-DE" dirty="0" err="1"/>
              <a:t>with</a:t>
            </a:r>
            <a:r>
              <a:rPr lang="de-DE" dirty="0"/>
              <a:t> </a:t>
            </a:r>
            <a:r>
              <a:rPr lang="de-DE" dirty="0" err="1"/>
              <a:t>the</a:t>
            </a:r>
            <a:r>
              <a:rPr lang="de-DE" dirty="0"/>
              <a:t> </a:t>
            </a:r>
            <a:r>
              <a:rPr lang="de-DE" dirty="0" err="1"/>
              <a:t>tasks</a:t>
            </a:r>
            <a:r>
              <a:rPr lang="de-DE" dirty="0"/>
              <a:t> </a:t>
            </a:r>
            <a:r>
              <a:rPr lang="de-DE" dirty="0" err="1"/>
              <a:t>for</a:t>
            </a:r>
            <a:r>
              <a:rPr lang="de-DE" dirty="0"/>
              <a:t> </a:t>
            </a:r>
            <a:r>
              <a:rPr lang="de-DE" dirty="0" err="1"/>
              <a:t>the</a:t>
            </a:r>
            <a:r>
              <a:rPr lang="de-DE" dirty="0"/>
              <a:t> </a:t>
            </a:r>
            <a:r>
              <a:rPr lang="de-DE" dirty="0" err="1"/>
              <a:t>week</a:t>
            </a:r>
            <a:r>
              <a:rPr lang="de-DE" dirty="0"/>
              <a:t>.</a:t>
            </a: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r>
              <a:rPr lang="de-DE" dirty="0"/>
              <a:t>I </a:t>
            </a:r>
            <a:r>
              <a:rPr lang="de-DE" dirty="0" err="1"/>
              <a:t>learned</a:t>
            </a:r>
            <a:r>
              <a:rPr lang="de-DE" dirty="0"/>
              <a:t> </a:t>
            </a:r>
            <a:r>
              <a:rPr lang="de-DE" dirty="0" err="1"/>
              <a:t>the</a:t>
            </a:r>
            <a:r>
              <a:rPr lang="de-DE" dirty="0"/>
              <a:t> </a:t>
            </a:r>
            <a:r>
              <a:rPr lang="de-DE" dirty="0" err="1"/>
              <a:t>theory</a:t>
            </a:r>
            <a:r>
              <a:rPr lang="de-DE" dirty="0"/>
              <a:t> </a:t>
            </a:r>
            <a:r>
              <a:rPr lang="de-DE" dirty="0" err="1"/>
              <a:t>behind</a:t>
            </a:r>
            <a:r>
              <a:rPr lang="de-DE" dirty="0"/>
              <a:t> </a:t>
            </a:r>
            <a:r>
              <a:rPr lang="de-DE" dirty="0" err="1"/>
              <a:t>concepts</a:t>
            </a:r>
            <a:r>
              <a:rPr lang="de-DE" dirty="0"/>
              <a:t> such </a:t>
            </a:r>
            <a:r>
              <a:rPr lang="de-DE" dirty="0" err="1"/>
              <a:t>as</a:t>
            </a:r>
            <a:r>
              <a:rPr lang="de-DE" dirty="0"/>
              <a:t> </a:t>
            </a:r>
            <a:r>
              <a:rPr lang="de-DE" dirty="0" err="1"/>
              <a:t>boosting</a:t>
            </a:r>
            <a:r>
              <a:rPr lang="de-DE" dirty="0"/>
              <a:t>, stacking, </a:t>
            </a:r>
            <a:r>
              <a:rPr lang="de-DE" dirty="0" err="1"/>
              <a:t>voting</a:t>
            </a:r>
            <a:r>
              <a:rPr lang="de-DE" dirty="0"/>
              <a:t> </a:t>
            </a:r>
            <a:r>
              <a:rPr lang="de-DE" dirty="0" err="1"/>
              <a:t>classifiers</a:t>
            </a:r>
            <a:r>
              <a:rPr lang="de-DE" dirty="0"/>
              <a:t>, and </a:t>
            </a:r>
            <a:r>
              <a:rPr lang="de-DE" dirty="0" err="1"/>
              <a:t>decision</a:t>
            </a:r>
            <a:r>
              <a:rPr lang="de-DE" dirty="0"/>
              <a:t> </a:t>
            </a:r>
            <a:r>
              <a:rPr lang="de-DE" dirty="0" err="1"/>
              <a:t>trees</a:t>
            </a:r>
            <a:r>
              <a:rPr lang="de-DE" dirty="0"/>
              <a:t>.</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de-DE" dirty="0"/>
              <a:t>Catch </a:t>
            </a:r>
            <a:r>
              <a:rPr lang="de-DE" dirty="0" err="1"/>
              <a:t>up</a:t>
            </a:r>
            <a:r>
              <a:rPr lang="de-DE" dirty="0"/>
              <a:t> </a:t>
            </a:r>
            <a:r>
              <a:rPr lang="de-DE" dirty="0" err="1"/>
              <a:t>with</a:t>
            </a:r>
            <a:r>
              <a:rPr lang="de-DE" dirty="0"/>
              <a:t> </a:t>
            </a:r>
            <a:r>
              <a:rPr lang="de-DE" dirty="0" err="1"/>
              <a:t>the</a:t>
            </a:r>
            <a:r>
              <a:rPr lang="de-DE" dirty="0"/>
              <a:t> </a:t>
            </a:r>
            <a:r>
              <a:rPr lang="de-DE" dirty="0" err="1"/>
              <a:t>work</a:t>
            </a:r>
            <a:r>
              <a:rPr lang="de-DE" dirty="0"/>
              <a:t> I </a:t>
            </a:r>
            <a:r>
              <a:rPr lang="de-DE" dirty="0" err="1"/>
              <a:t>missed</a:t>
            </a:r>
            <a:r>
              <a:rPr lang="de-DE" dirty="0"/>
              <a:t> </a:t>
            </a:r>
            <a:r>
              <a:rPr lang="de-DE" dirty="0" err="1"/>
              <a:t>this</a:t>
            </a:r>
            <a:r>
              <a:rPr lang="de-DE" dirty="0"/>
              <a:t> </a:t>
            </a:r>
            <a:r>
              <a:rPr lang="de-DE" dirty="0" err="1"/>
              <a:t>week</a:t>
            </a:r>
            <a:r>
              <a:rPr lang="de-DE"/>
              <a:t>.</a:t>
            </a: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Mentor </a:t>
            </a:r>
            <a:r>
              <a:rPr lang="en" dirty="0"/>
              <a:t>The WorkLog had some problems, such as not having any evidence, having too little feedback/reflection, and not having filled in the “Task” column. The Learning Log had too few sentences in the “What did you do?” and “Reflection” parts and I should re-write some of them. In terms of programming, I am a bit behind the planning.</a:t>
            </a:r>
            <a:endParaRPr dirty="0"/>
          </a:p>
          <a:p>
            <a:pPr marL="0" lvl="0" indent="0" algn="l" rtl="0">
              <a:spcBef>
                <a:spcPts val="800"/>
              </a:spcBef>
              <a:spcAft>
                <a:spcPts val="800"/>
              </a:spcAft>
              <a:buNone/>
            </a:pPr>
            <a:r>
              <a:rPr lang="en" dirty="0"/>
              <a:t>Most of the feedback is fair. The WorkLog evidence I have not done but I really should do, and at the moment I am planning to do that during the vacation, and the reflections have to be re-written too in the vacation. The “Task” part I only learned t</a:t>
            </a:r>
            <a:r>
              <a:rPr lang="nl-NL" dirty="0"/>
              <a:t>ha</a:t>
            </a:r>
            <a:r>
              <a:rPr lang="en" dirty="0"/>
              <a:t>t day so I did not ha</a:t>
            </a:r>
            <a:r>
              <a:rPr lang="nl-NL" dirty="0" err="1"/>
              <a:t>ve</a:t>
            </a:r>
            <a:r>
              <a:rPr lang="en" dirty="0"/>
              <a:t> the time to do it. The Learning Log feedback is the same as the previous time and I tried to address it, but apparently I did not too a good enough job. I knew that I was a bit behind as I was a bit sick this week.</a:t>
            </a:r>
            <a:endParaRPr dirty="0"/>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a:t>
            </a:r>
            <a:r>
              <a:rPr lang="de-DE" dirty="0" err="1"/>
              <a:t>begin</a:t>
            </a:r>
            <a:r>
              <a:rPr lang="de-DE" dirty="0"/>
              <a:t> </a:t>
            </a:r>
            <a:r>
              <a:rPr lang="de-DE" dirty="0" err="1"/>
              <a:t>working</a:t>
            </a:r>
            <a:r>
              <a:rPr lang="de-DE" dirty="0"/>
              <a:t> on </a:t>
            </a:r>
            <a:r>
              <a:rPr lang="de-DE" dirty="0" err="1"/>
              <a:t>by</a:t>
            </a:r>
            <a:r>
              <a:rPr lang="de-DE" dirty="0"/>
              <a:t> </a:t>
            </a:r>
            <a:r>
              <a:rPr lang="de-DE" dirty="0" err="1"/>
              <a:t>backlog</a:t>
            </a:r>
            <a:r>
              <a:rPr lang="de-DE" dirty="0"/>
              <a:t> </a:t>
            </a:r>
            <a:r>
              <a:rPr lang="de-DE" dirty="0" err="1"/>
              <a:t>of</a:t>
            </a:r>
            <a:r>
              <a:rPr lang="de-DE" dirty="0"/>
              <a:t> </a:t>
            </a:r>
            <a:r>
              <a:rPr lang="de-DE" dirty="0" err="1"/>
              <a:t>tasks</a:t>
            </a:r>
            <a:r>
              <a:rPr lang="de-DE" dirty="0"/>
              <a:t> </a:t>
            </a:r>
            <a:r>
              <a:rPr lang="de-DE" dirty="0" err="1"/>
              <a:t>from</a:t>
            </a:r>
            <a:r>
              <a:rPr lang="de-DE" dirty="0"/>
              <a:t> </a:t>
            </a:r>
            <a:r>
              <a:rPr lang="de-DE" dirty="0" err="1"/>
              <a:t>previous</a:t>
            </a:r>
            <a:r>
              <a:rPr lang="de-DE" dirty="0"/>
              <a:t> </a:t>
            </a:r>
            <a:r>
              <a:rPr lang="de-DE" dirty="0" err="1"/>
              <a:t>weeks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lang="en" dirty="0"/>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My </a:t>
            </a:r>
            <a:r>
              <a:rPr lang="de-DE" dirty="0" err="1"/>
              <a:t>goal</a:t>
            </a:r>
            <a:r>
              <a:rPr lang="de-DE" dirty="0"/>
              <a:t> </a:t>
            </a:r>
            <a:r>
              <a:rPr lang="de-DE" dirty="0" err="1"/>
              <a:t>this</a:t>
            </a:r>
            <a:r>
              <a:rPr lang="de-DE" dirty="0"/>
              <a:t> </a:t>
            </a:r>
            <a:r>
              <a:rPr lang="de-DE" dirty="0" err="1"/>
              <a:t>week</a:t>
            </a:r>
            <a:r>
              <a:rPr lang="de-DE" dirty="0"/>
              <a:t> </a:t>
            </a:r>
            <a:r>
              <a:rPr lang="de-DE" dirty="0" err="1"/>
              <a:t>is</a:t>
            </a:r>
            <a:r>
              <a:rPr lang="de-DE" dirty="0"/>
              <a:t> </a:t>
            </a:r>
            <a:r>
              <a:rPr lang="de-DE" dirty="0" err="1"/>
              <a:t>to</a:t>
            </a:r>
            <a:r>
              <a:rPr lang="de-DE" dirty="0"/>
              <a:t> finish </a:t>
            </a:r>
            <a:r>
              <a:rPr lang="de-DE" dirty="0" err="1"/>
              <a:t>working</a:t>
            </a:r>
            <a:r>
              <a:rPr lang="de-DE" dirty="0"/>
              <a:t> on </a:t>
            </a:r>
            <a:r>
              <a:rPr lang="de-DE" dirty="0" err="1"/>
              <a:t>the</a:t>
            </a:r>
            <a:r>
              <a:rPr lang="de-DE" dirty="0"/>
              <a:t> </a:t>
            </a:r>
            <a:r>
              <a:rPr lang="de-DE" dirty="0" err="1"/>
              <a:t>backlog</a:t>
            </a:r>
            <a:r>
              <a:rPr lang="de-DE" dirty="0"/>
              <a:t> </a:t>
            </a:r>
            <a:r>
              <a:rPr lang="de-DE" dirty="0" err="1"/>
              <a:t>of</a:t>
            </a:r>
            <a:r>
              <a:rPr lang="de-DE" dirty="0"/>
              <a:t> </a:t>
            </a:r>
            <a:r>
              <a:rPr lang="de-DE" dirty="0" err="1"/>
              <a:t>tasks</a:t>
            </a:r>
            <a:r>
              <a:rPr lang="de-DE" dirty="0"/>
              <a:t> </a:t>
            </a:r>
            <a:r>
              <a:rPr lang="de-DE" dirty="0" err="1"/>
              <a:t>from</a:t>
            </a:r>
            <a:r>
              <a:rPr lang="de-DE" dirty="0"/>
              <a:t> </a:t>
            </a:r>
            <a:r>
              <a:rPr lang="de-DE" dirty="0" err="1"/>
              <a:t>previous</a:t>
            </a:r>
            <a:r>
              <a:rPr lang="de-DE" dirty="0"/>
              <a:t> </a:t>
            </a:r>
            <a:r>
              <a:rPr lang="de-DE" dirty="0" err="1"/>
              <a:t>weeks</a:t>
            </a:r>
            <a:r>
              <a:rPr lang="de-DE" dirty="0"/>
              <a:t> </a:t>
            </a:r>
            <a:r>
              <a:rPr lang="de-DE" dirty="0" err="1"/>
              <a:t>that</a:t>
            </a:r>
            <a:r>
              <a:rPr lang="de-DE" dirty="0"/>
              <a:t> I </a:t>
            </a:r>
            <a:r>
              <a:rPr lang="de-DE" dirty="0" err="1"/>
              <a:t>began</a:t>
            </a:r>
            <a:r>
              <a:rPr lang="de-DE" dirty="0"/>
              <a:t> </a:t>
            </a:r>
            <a:r>
              <a:rPr lang="de-DE" dirty="0" err="1"/>
              <a:t>doing</a:t>
            </a:r>
            <a:r>
              <a:rPr lang="de-DE" dirty="0"/>
              <a:t> in </a:t>
            </a:r>
            <a:r>
              <a:rPr lang="de-DE" dirty="0" err="1"/>
              <a:t>week</a:t>
            </a:r>
            <a:r>
              <a:rPr lang="de-DE"/>
              <a:t> 5.</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de-DE" dirty="0"/>
              <a:t>I </a:t>
            </a:r>
            <a:r>
              <a:rPr lang="de-DE" dirty="0" err="1"/>
              <a:t>need</a:t>
            </a:r>
            <a:r>
              <a:rPr lang="de-DE" dirty="0"/>
              <a:t> </a:t>
            </a:r>
            <a:r>
              <a:rPr lang="de-DE" dirty="0" err="1"/>
              <a:t>to</a:t>
            </a:r>
            <a:r>
              <a:rPr lang="de-DE" dirty="0"/>
              <a:t> catch </a:t>
            </a:r>
            <a:r>
              <a:rPr lang="de-DE" dirty="0" err="1"/>
              <a:t>up</a:t>
            </a:r>
            <a:r>
              <a:rPr lang="de-DE" dirty="0"/>
              <a:t> on </a:t>
            </a:r>
            <a:r>
              <a:rPr lang="de-DE" dirty="0" err="1"/>
              <a:t>work</a:t>
            </a:r>
            <a:r>
              <a:rPr lang="de-DE" dirty="0"/>
              <a:t> </a:t>
            </a:r>
            <a:r>
              <a:rPr lang="de-DE" dirty="0" err="1"/>
              <a:t>that</a:t>
            </a:r>
            <a:r>
              <a:rPr lang="de-DE" dirty="0"/>
              <a:t> I </a:t>
            </a:r>
            <a:r>
              <a:rPr lang="de-DE" dirty="0" err="1"/>
              <a:t>did</a:t>
            </a:r>
            <a:r>
              <a:rPr lang="de-DE" dirty="0"/>
              <a:t> not do last </a:t>
            </a:r>
            <a:r>
              <a:rPr lang="de-DE" dirty="0" err="1"/>
              <a:t>week</a:t>
            </a:r>
            <a:r>
              <a:rPr lang="de-DE" dirty="0"/>
              <a:t> due </a:t>
            </a:r>
            <a:r>
              <a:rPr lang="de-DE" dirty="0" err="1"/>
              <a:t>to</a:t>
            </a:r>
            <a:r>
              <a:rPr lang="de-DE" dirty="0"/>
              <a:t> </a:t>
            </a:r>
            <a:r>
              <a:rPr lang="de-DE" dirty="0" err="1"/>
              <a:t>sickness</a:t>
            </a:r>
            <a:r>
              <a:rPr lang="de-DE"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8D9791E-52D0-4ABB-925A-4EAECF798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641</TotalTime>
  <Words>6457</Words>
  <Application>Microsoft Office PowerPoint</Application>
  <PresentationFormat>On-screen Show (16:9)</PresentationFormat>
  <Paragraphs>593</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Arial</vt:lpstr>
      <vt:lpstr>Roboto Light</vt:lpstr>
      <vt:lpstr>Roboto</vt:lpstr>
      <vt:lpstr>Calibri</vt:lpstr>
      <vt:lpstr>Open Sans</vt:lpstr>
      <vt:lpstr>Helvetica Neue</vt:lpstr>
      <vt:lpstr>Proxima Nova</vt:lpstr>
      <vt:lpstr>Roboto Thin</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Burchard, Maks (240894)</cp:lastModifiedBy>
  <cp:revision>48</cp:revision>
  <dcterms:modified xsi:type="dcterms:W3CDTF">2025-01-13T11:34:58Z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