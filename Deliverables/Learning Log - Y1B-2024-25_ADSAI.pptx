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0" d="100"/>
          <a:sy n="140" d="100"/>
        </p:scale>
        <p:origin x="284" y="8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641210492f586c7e7048ca3999cc3dd4c452cfa2/Deliverables/CreativeBrief_MaksBurchard_240894.ipynb" TargetMode="External"/><Relationship Id="rId2" Type="http://schemas.openxmlformats.org/officeDocument/2006/relationships/notesSlide" Target="../notesSlides/notesSlide23.xml"/><Relationship Id="rId1" Type="http://schemas.openxmlformats.org/officeDocument/2006/relationships/slideLayout" Target="../slideLayouts/slideLayout9.xml"/><Relationship Id="rId4" Type="http://schemas.openxmlformats.org/officeDocument/2006/relationships/hyperlink" Target="https://github.com/BredaUniversityADSAI/2024-25b-fai1-adsai-MaksBurchard240894/blob/641210492f586c7e7048ca3999cc3dd4c452cfa2/Deliverables/FinalReport_Maks_Burchard_240894.doc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 name="Picture 2">
            <a:extLst>
              <a:ext uri="{FF2B5EF4-FFF2-40B4-BE49-F238E27FC236}">
                <a16:creationId xmlns:a16="http://schemas.microsoft.com/office/drawing/2014/main" id="{7CEC7198-6932-457B-ADBB-EF4B2290DF3A}"/>
              </a:ext>
            </a:extLst>
          </p:cNvPr>
          <p:cNvPicPr>
            <a:picLocks noChangeAspect="1"/>
          </p:cNvPicPr>
          <p:nvPr/>
        </p:nvPicPr>
        <p:blipFill>
          <a:blip r:embed="rId3"/>
          <a:stretch>
            <a:fillRect/>
          </a:stretch>
        </p:blipFill>
        <p:spPr>
          <a:xfrm>
            <a:off x="377588" y="2866407"/>
            <a:ext cx="1924335" cy="10824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en-US" noProof="0" dirty="0"/>
              <a:t>It‘s the first week so there‘s not really much to talk about.</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50" name="Picture 2">
            <a:extLst>
              <a:ext uri="{FF2B5EF4-FFF2-40B4-BE49-F238E27FC236}">
                <a16:creationId xmlns:a16="http://schemas.microsoft.com/office/drawing/2014/main" id="{BA973DCA-AA7E-1705-FA32-34E59540D3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8004" y="2866406"/>
            <a:ext cx="1879195" cy="10833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FDC85247-FD09-B0B0-A595-354DC40A53A5}"/>
              </a:ext>
            </a:extLst>
          </p:cNvPr>
          <p:cNvPicPr>
            <a:picLocks noChangeAspect="1"/>
          </p:cNvPicPr>
          <p:nvPr/>
        </p:nvPicPr>
        <p:blipFill>
          <a:blip r:embed="rId4"/>
          <a:stretch>
            <a:fillRect/>
          </a:stretch>
        </p:blipFill>
        <p:spPr>
          <a:xfrm>
            <a:off x="374296" y="2866407"/>
            <a:ext cx="1924334" cy="10824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a:extLst>
              <a:ext uri="{FF2B5EF4-FFF2-40B4-BE49-F238E27FC236}">
                <a16:creationId xmlns:a16="http://schemas.microsoft.com/office/drawing/2014/main" id="{CAB3767A-A1EF-6A0C-A326-146473B25E0F}"/>
              </a:ext>
            </a:extLst>
          </p:cNvPr>
          <p:cNvPicPr>
            <a:picLocks noChangeAspect="1"/>
          </p:cNvPicPr>
          <p:nvPr/>
        </p:nvPicPr>
        <p:blipFill>
          <a:blip r:embed="rId3"/>
          <a:stretch>
            <a:fillRect/>
          </a:stretch>
        </p:blipFill>
        <p:spPr>
          <a:xfrm>
            <a:off x="392493" y="2466316"/>
            <a:ext cx="1609254" cy="2277094"/>
          </a:xfrm>
          <a:prstGeom prst="rect">
            <a:avLst/>
          </a:prstGeom>
        </p:spPr>
      </p:pic>
      <p:pic>
        <p:nvPicPr>
          <p:cNvPr id="2056" name="Picture 8">
            <a:extLst>
              <a:ext uri="{FF2B5EF4-FFF2-40B4-BE49-F238E27FC236}">
                <a16:creationId xmlns:a16="http://schemas.microsoft.com/office/drawing/2014/main" id="{F76278FA-2FF6-2414-68F1-F4AE024933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1744" y="2464664"/>
            <a:ext cx="1609428" cy="22770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US" b="1" noProof="0" dirty="0"/>
              <a:t>Milo </a:t>
            </a:r>
            <a:r>
              <a:rPr lang="en-US" b="1" noProof="0" dirty="0" err="1"/>
              <a:t>Everse</a:t>
            </a:r>
            <a:r>
              <a:rPr lang="en-US" b="1" noProof="0" dirty="0"/>
              <a:t> </a:t>
            </a:r>
            <a:r>
              <a:rPr lang="en-US" noProof="0" dirty="0"/>
              <a:t>Compared to the mentor feedback, the work this week was not sufficient.</a:t>
            </a:r>
          </a:p>
          <a:p>
            <a:pPr marL="0" lvl="0" indent="0" algn="l" rtl="0">
              <a:spcBef>
                <a:spcPts val="800"/>
              </a:spcBef>
              <a:spcAft>
                <a:spcPts val="800"/>
              </a:spcAft>
              <a:buNone/>
            </a:pPr>
            <a:r>
              <a:rPr lang="en" dirty="0"/>
              <a:t>I did not really attempt to adress the mentor feedback this week so during week 4 I will have to try and adress it. Feedback is fair.</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Picture 8">
            <a:extLst>
              <a:ext uri="{FF2B5EF4-FFF2-40B4-BE49-F238E27FC236}">
                <a16:creationId xmlns:a16="http://schemas.microsoft.com/office/drawing/2014/main" id="{CBA32D6A-5FA5-7B30-0949-636FC4982A7E}"/>
              </a:ext>
            </a:extLst>
          </p:cNvPr>
          <p:cNvPicPr>
            <a:picLocks noChangeAspect="1"/>
          </p:cNvPicPr>
          <p:nvPr/>
        </p:nvPicPr>
        <p:blipFill>
          <a:blip r:embed="rId3"/>
          <a:stretch>
            <a:fillRect/>
          </a:stretch>
        </p:blipFill>
        <p:spPr>
          <a:xfrm>
            <a:off x="374296" y="2866406"/>
            <a:ext cx="1924334" cy="1059510"/>
          </a:xfrm>
          <a:prstGeom prst="rect">
            <a:avLst/>
          </a:prstGeom>
        </p:spPr>
      </p:pic>
      <p:pic>
        <p:nvPicPr>
          <p:cNvPr id="5" name="Picture 2">
            <a:extLst>
              <a:ext uri="{FF2B5EF4-FFF2-40B4-BE49-F238E27FC236}">
                <a16:creationId xmlns:a16="http://schemas.microsoft.com/office/drawing/2014/main" id="{BC1E6E25-C7A1-20B8-2698-3072AB3335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4712" y="2613158"/>
            <a:ext cx="1614511" cy="2089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22" name="Picture 2">
            <a:extLst>
              <a:ext uri="{FF2B5EF4-FFF2-40B4-BE49-F238E27FC236}">
                <a16:creationId xmlns:a16="http://schemas.microsoft.com/office/drawing/2014/main" id="{1A79F97C-553F-5195-59F9-BF44C2D7D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918"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50BFEA5-B8D0-2FFB-0C0D-8AFACC4850AA}"/>
              </a:ext>
            </a:extLst>
          </p:cNvPr>
          <p:cNvPicPr>
            <a:picLocks noChangeAspect="1"/>
          </p:cNvPicPr>
          <p:nvPr/>
        </p:nvPicPr>
        <p:blipFill>
          <a:blip r:embed="rId4"/>
          <a:stretch>
            <a:fillRect/>
          </a:stretch>
        </p:blipFill>
        <p:spPr>
          <a:xfrm>
            <a:off x="1223594" y="4060755"/>
            <a:ext cx="1801504" cy="1013346"/>
          </a:xfrm>
          <a:prstGeom prst="rect">
            <a:avLst/>
          </a:prstGeom>
        </p:spPr>
      </p:pic>
      <p:pic>
        <p:nvPicPr>
          <p:cNvPr id="5126" name="Picture 6">
            <a:extLst>
              <a:ext uri="{FF2B5EF4-FFF2-40B4-BE49-F238E27FC236}">
                <a16:creationId xmlns:a16="http://schemas.microsoft.com/office/drawing/2014/main" id="{29080C3F-72DF-FC1E-E021-3E6A83D8F3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281"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42898FC9-B426-7831-7F54-CE23F148AB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0645" y="2577662"/>
            <a:ext cx="998794" cy="1413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46" name="Picture 2">
            <a:extLst>
              <a:ext uri="{FF2B5EF4-FFF2-40B4-BE49-F238E27FC236}">
                <a16:creationId xmlns:a16="http://schemas.microsoft.com/office/drawing/2014/main" id="{D351CC03-BF26-FBBE-BBC7-E5BE62F1A0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949" y="2795663"/>
            <a:ext cx="1906660" cy="10992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B68B7D86-0C02-1B2E-04B0-81DE54DE1D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464" y="2795662"/>
            <a:ext cx="1906661" cy="109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170" name="Picture 2">
            <a:extLst>
              <a:ext uri="{FF2B5EF4-FFF2-40B4-BE49-F238E27FC236}">
                <a16:creationId xmlns:a16="http://schemas.microsoft.com/office/drawing/2014/main" id="{B02FD8A8-B511-5174-C8A5-A5A5C7684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868" y="2738651"/>
            <a:ext cx="1811968" cy="1044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Being behind on a task is not good, but for the rest everything seems fine.</a:t>
            </a:r>
            <a:endParaRPr dirty="0"/>
          </a:p>
          <a:p>
            <a:pPr marL="0" lvl="0" indent="0" algn="l" rtl="0">
              <a:spcBef>
                <a:spcPts val="800"/>
              </a:spcBef>
              <a:spcAft>
                <a:spcPts val="800"/>
              </a:spcAft>
              <a:buNone/>
            </a:pPr>
            <a:r>
              <a:rPr lang="en" dirty="0"/>
              <a:t>I am still behind on some tasks due to my sickness last week, but I understand the concern, especially this close to the final deadline. The fact everything else seems fine is reassuring.</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finished</a:t>
            </a:r>
            <a:r>
              <a:rPr lang="de-DE" dirty="0"/>
              <a:t> all </a:t>
            </a:r>
            <a:r>
              <a:rPr lang="de-DE" dirty="0" err="1"/>
              <a:t>the</a:t>
            </a:r>
            <a:r>
              <a:rPr lang="de-DE" dirty="0"/>
              <a:t> </a:t>
            </a:r>
            <a:r>
              <a:rPr lang="de-DE" dirty="0" err="1"/>
              <a:t>documents</a:t>
            </a:r>
            <a:r>
              <a:rPr lang="de-DE" dirty="0"/>
              <a:t> </a:t>
            </a:r>
            <a:r>
              <a:rPr lang="de-DE" dirty="0" err="1"/>
              <a:t>that</a:t>
            </a:r>
            <a:r>
              <a:rPr lang="de-DE" dirty="0"/>
              <a:t> I </a:t>
            </a:r>
            <a:r>
              <a:rPr lang="de-DE" dirty="0" err="1"/>
              <a:t>needed</a:t>
            </a:r>
            <a:r>
              <a:rPr lang="de-DE" dirty="0"/>
              <a:t> </a:t>
            </a:r>
            <a:r>
              <a:rPr lang="de-DE" dirty="0" err="1"/>
              <a:t>to</a:t>
            </a:r>
            <a:r>
              <a:rPr lang="de-DE" dirty="0"/>
              <a:t>, </a:t>
            </a:r>
            <a:r>
              <a:rPr lang="de-DE" dirty="0" err="1"/>
              <a:t>from</a:t>
            </a:r>
            <a:r>
              <a:rPr lang="de-DE" dirty="0"/>
              <a:t> </a:t>
            </a:r>
            <a:r>
              <a:rPr lang="de-DE" dirty="0" err="1"/>
              <a:t>the</a:t>
            </a:r>
            <a:r>
              <a:rPr lang="de-DE" dirty="0"/>
              <a:t> </a:t>
            </a:r>
            <a:r>
              <a:rPr lang="de-DE" dirty="0" err="1"/>
              <a:t>creative</a:t>
            </a:r>
            <a:r>
              <a:rPr lang="de-DE" dirty="0"/>
              <a:t> </a:t>
            </a:r>
            <a:r>
              <a:rPr lang="de-DE" dirty="0" err="1"/>
              <a:t>brief</a:t>
            </a:r>
            <a:r>
              <a:rPr lang="de-DE" dirty="0"/>
              <a:t> &amp; final </a:t>
            </a:r>
            <a:r>
              <a:rPr lang="de-DE" dirty="0" err="1"/>
              <a:t>report</a:t>
            </a:r>
            <a:r>
              <a:rPr lang="de-DE" dirty="0"/>
              <a:t> </a:t>
            </a:r>
            <a:r>
              <a:rPr lang="de-DE" dirty="0" err="1"/>
              <a:t>to</a:t>
            </a:r>
            <a:r>
              <a:rPr lang="de-DE" dirty="0"/>
              <a:t> </a:t>
            </a:r>
            <a:r>
              <a:rPr lang="de-DE" dirty="0" err="1"/>
              <a:t>the</a:t>
            </a:r>
            <a:r>
              <a:rPr lang="de-DE" dirty="0"/>
              <a:t> Work &amp; </a:t>
            </a:r>
            <a:r>
              <a:rPr lang="de-DE" dirty="0" err="1"/>
              <a:t>Leaning</a:t>
            </a:r>
            <a:r>
              <a:rPr lang="de-DE" dirty="0"/>
              <a:t> Logs.</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3"/>
              </a:rPr>
              <a:t>Link </a:t>
            </a:r>
            <a:r>
              <a:rPr lang="de-DE" dirty="0" err="1">
                <a:hlinkClick r:id="rId3"/>
              </a:rPr>
              <a:t>to</a:t>
            </a:r>
            <a:r>
              <a:rPr lang="de-DE" dirty="0">
                <a:hlinkClick r:id="rId3"/>
              </a:rPr>
              <a:t> Creative Brief</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4"/>
              </a:rPr>
              <a:t>Link </a:t>
            </a:r>
            <a:r>
              <a:rPr lang="de-DE" dirty="0" err="1">
                <a:hlinkClick r:id="rId4"/>
              </a:rPr>
              <a:t>to</a:t>
            </a:r>
            <a:r>
              <a:rPr lang="de-DE" dirty="0">
                <a:hlinkClick r:id="rId4"/>
              </a:rPr>
              <a:t> Final Report</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presentation</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WorkLog</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Learning Log</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self-assesment</a:t>
            </a:r>
            <a:r>
              <a:rPr lang="de-DE" dirty="0"/>
              <a:t> </a:t>
            </a:r>
            <a:r>
              <a:rPr lang="de-DE" dirty="0" err="1"/>
              <a:t>rubric</a:t>
            </a:r>
            <a:endParaRPr lang="de-DE"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well</a:t>
            </a:r>
            <a:r>
              <a:rPr lang="de-DE" dirty="0"/>
              <a:t> </a:t>
            </a:r>
            <a:r>
              <a:rPr lang="de-DE" dirty="0" err="1"/>
              <a:t>as</a:t>
            </a:r>
            <a:r>
              <a:rPr lang="de-DE" dirty="0"/>
              <a:t> I </a:t>
            </a:r>
            <a:r>
              <a:rPr lang="de-DE" dirty="0" err="1"/>
              <a:t>worked</a:t>
            </a:r>
            <a:r>
              <a:rPr lang="de-DE" dirty="0"/>
              <a:t> </a:t>
            </a:r>
            <a:r>
              <a:rPr lang="de-DE" dirty="0" err="1"/>
              <a:t>quite</a:t>
            </a:r>
            <a:r>
              <a:rPr lang="de-DE" dirty="0"/>
              <a:t> a </a:t>
            </a:r>
            <a:r>
              <a:rPr lang="de-DE" dirty="0" err="1"/>
              <a:t>bit</a:t>
            </a:r>
            <a:r>
              <a:rPr lang="de-DE" dirty="0"/>
              <a:t> </a:t>
            </a:r>
            <a:r>
              <a:rPr lang="de-DE" dirty="0" err="1"/>
              <a:t>to</a:t>
            </a:r>
            <a:r>
              <a:rPr lang="de-DE" dirty="0"/>
              <a:t> finish all </a:t>
            </a:r>
            <a:r>
              <a:rPr lang="de-DE" dirty="0" err="1"/>
              <a:t>the</a:t>
            </a:r>
            <a:r>
              <a:rPr lang="de-DE" dirty="0"/>
              <a:t> </a:t>
            </a:r>
            <a:r>
              <a:rPr lang="de-DE" dirty="0" err="1"/>
              <a:t>required</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Finishing</a:t>
            </a:r>
            <a:r>
              <a:rPr lang="de-DE" dirty="0"/>
              <a:t> all </a:t>
            </a:r>
            <a:r>
              <a:rPr lang="de-DE" dirty="0" err="1"/>
              <a:t>the</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Keeping track </a:t>
            </a:r>
            <a:r>
              <a:rPr lang="de-DE" dirty="0" err="1"/>
              <a:t>of</a:t>
            </a:r>
            <a:r>
              <a:rPr lang="de-DE" dirty="0"/>
              <a:t> </a:t>
            </a:r>
            <a:r>
              <a:rPr lang="de-DE" dirty="0" err="1"/>
              <a:t>the</a:t>
            </a:r>
            <a:r>
              <a:rPr lang="de-DE" dirty="0"/>
              <a:t> time </a:t>
            </a:r>
            <a:r>
              <a:rPr lang="de-DE" dirty="0" err="1"/>
              <a:t>during</a:t>
            </a:r>
            <a:r>
              <a:rPr lang="de-DE" dirty="0"/>
              <a:t> </a:t>
            </a:r>
            <a:r>
              <a:rPr lang="de-DE" dirty="0" err="1"/>
              <a:t>the</a:t>
            </a:r>
            <a:r>
              <a:rPr lang="de-DE" dirty="0"/>
              <a:t> </a:t>
            </a:r>
            <a:r>
              <a:rPr lang="de-DE" dirty="0" err="1"/>
              <a:t>tasks</a:t>
            </a:r>
            <a:r>
              <a:rPr lang="de-DE" dirty="0"/>
              <a:t> and </a:t>
            </a:r>
            <a:r>
              <a:rPr lang="de-DE" dirty="0" err="1"/>
              <a:t>leaving</a:t>
            </a:r>
            <a:r>
              <a:rPr lang="de-DE" dirty="0"/>
              <a:t> </a:t>
            </a:r>
            <a:r>
              <a:rPr lang="de-DE" dirty="0" err="1"/>
              <a:t>redoing</a:t>
            </a:r>
            <a:r>
              <a:rPr lang="de-DE" dirty="0"/>
              <a:t> </a:t>
            </a:r>
            <a:r>
              <a:rPr lang="de-DE" dirty="0" err="1"/>
              <a:t>the</a:t>
            </a:r>
            <a:r>
              <a:rPr lang="de-DE" dirty="0"/>
              <a:t> SQL </a:t>
            </a:r>
            <a:r>
              <a:rPr lang="de-DE" dirty="0" err="1"/>
              <a:t>part</a:t>
            </a:r>
            <a:r>
              <a:rPr lang="de-DE" dirty="0"/>
              <a:t> </a:t>
            </a:r>
            <a:r>
              <a:rPr lang="de-DE" dirty="0" err="1"/>
              <a:t>to</a:t>
            </a:r>
            <a:r>
              <a:rPr lang="de-DE" dirty="0"/>
              <a:t> </a:t>
            </a:r>
            <a:r>
              <a:rPr lang="de-DE" dirty="0" err="1"/>
              <a:t>almost</a:t>
            </a:r>
            <a:r>
              <a:rPr lang="de-DE" dirty="0"/>
              <a:t> </a:t>
            </a:r>
            <a:r>
              <a:rPr lang="de-DE" dirty="0" err="1"/>
              <a:t>the</a:t>
            </a:r>
            <a:r>
              <a:rPr lang="de-DE" dirty="0"/>
              <a:t> final </a:t>
            </a:r>
            <a:r>
              <a:rPr lang="de-DE" dirty="0" err="1"/>
              <a:t>day</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work</a:t>
            </a:r>
            <a:r>
              <a:rPr lang="de-DE" dirty="0"/>
              <a:t> </a:t>
            </a:r>
            <a:r>
              <a:rPr lang="de-DE" dirty="0" err="1"/>
              <a:t>under</a:t>
            </a:r>
            <a:r>
              <a:rPr lang="de-DE" dirty="0"/>
              <a:t> </a:t>
            </a:r>
            <a:r>
              <a:rPr lang="de-DE" dirty="0" err="1"/>
              <a:t>pressure</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Don’t procrastinate under a deadline.</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As </a:t>
            </a:r>
            <a:r>
              <a:rPr lang="de-DE" dirty="0" err="1"/>
              <a:t>of</a:t>
            </a:r>
            <a:r>
              <a:rPr lang="de-DE" dirty="0"/>
              <a:t> </a:t>
            </a:r>
            <a:r>
              <a:rPr lang="de-DE" dirty="0" err="1"/>
              <a:t>me</a:t>
            </a:r>
            <a:r>
              <a:rPr lang="de-DE" dirty="0"/>
              <a:t> </a:t>
            </a:r>
            <a:r>
              <a:rPr lang="de-DE" dirty="0" err="1"/>
              <a:t>writing</a:t>
            </a:r>
            <a:r>
              <a:rPr lang="de-DE" dirty="0"/>
              <a:t> </a:t>
            </a:r>
            <a:r>
              <a:rPr lang="de-DE" dirty="0" err="1"/>
              <a:t>this</a:t>
            </a:r>
            <a:r>
              <a:rPr lang="de-DE" dirty="0"/>
              <a:t>, I </a:t>
            </a:r>
            <a:r>
              <a:rPr lang="de-DE" dirty="0" err="1"/>
              <a:t>have</a:t>
            </a:r>
            <a:r>
              <a:rPr lang="de-DE" dirty="0"/>
              <a:t> </a:t>
            </a:r>
            <a:r>
              <a:rPr lang="de-DE" dirty="0" err="1"/>
              <a:t>achieved</a:t>
            </a:r>
            <a:r>
              <a:rPr lang="de-DE" dirty="0"/>
              <a:t> </a:t>
            </a:r>
            <a:r>
              <a:rPr lang="de-DE" dirty="0" err="1"/>
              <a:t>my</a:t>
            </a:r>
            <a:r>
              <a:rPr lang="de-DE" dirty="0"/>
              <a:t> </a:t>
            </a:r>
            <a:r>
              <a:rPr lang="de-DE" dirty="0" err="1"/>
              <a:t>first</a:t>
            </a:r>
            <a:r>
              <a:rPr lang="de-DE" dirty="0"/>
              <a:t> </a:t>
            </a:r>
            <a:r>
              <a:rPr lang="de-DE" dirty="0" err="1"/>
              <a:t>readjusted</a:t>
            </a:r>
            <a:r>
              <a:rPr lang="de-DE" dirty="0"/>
              <a:t> </a:t>
            </a:r>
            <a:r>
              <a:rPr lang="de-DE" dirty="0" err="1"/>
              <a:t>goal</a:t>
            </a:r>
            <a:r>
              <a:rPr lang="de-DE" dirty="0"/>
              <a:t> </a:t>
            </a:r>
            <a:r>
              <a:rPr lang="de-DE" dirty="0" err="1"/>
              <a:t>of</a:t>
            </a:r>
            <a:r>
              <a:rPr lang="de-DE" dirty="0"/>
              <a:t> 240 </a:t>
            </a:r>
            <a:r>
              <a:rPr lang="de-DE" dirty="0" err="1"/>
              <a:t>hours</a:t>
            </a:r>
            <a:r>
              <a:rPr lang="de-DE" dirty="0"/>
              <a:t> total </a:t>
            </a:r>
            <a:r>
              <a:rPr lang="de-DE" dirty="0" err="1"/>
              <a:t>work</a:t>
            </a:r>
            <a:r>
              <a:rPr lang="de-DE" dirty="0"/>
              <a:t>. </a:t>
            </a:r>
            <a:r>
              <a:rPr lang="de-DE" dirty="0" err="1"/>
              <a:t>That</a:t>
            </a:r>
            <a:r>
              <a:rPr lang="de-DE" dirty="0"/>
              <a:t> </a:t>
            </a:r>
            <a:r>
              <a:rPr lang="de-DE" dirty="0" err="1"/>
              <a:t>is</a:t>
            </a:r>
            <a:r>
              <a:rPr lang="de-DE" dirty="0"/>
              <a:t> a </a:t>
            </a:r>
            <a:r>
              <a:rPr lang="de-DE" dirty="0" err="1"/>
              <a:t>success</a:t>
            </a:r>
            <a:r>
              <a:rPr lang="de-DE" dirty="0"/>
              <a:t>. A </a:t>
            </a:r>
            <a:r>
              <a:rPr lang="de-DE" dirty="0" err="1"/>
              <a:t>for</a:t>
            </a:r>
            <a:r>
              <a:rPr lang="de-DE" dirty="0"/>
              <a:t> </a:t>
            </a:r>
            <a:r>
              <a:rPr lang="de-DE" dirty="0" err="1"/>
              <a:t>the</a:t>
            </a:r>
            <a:r>
              <a:rPr lang="de-DE" dirty="0"/>
              <a:t> </a:t>
            </a:r>
            <a:r>
              <a:rPr lang="de-DE" dirty="0" err="1"/>
              <a:t>second</a:t>
            </a:r>
            <a:r>
              <a:rPr lang="de-DE" dirty="0"/>
              <a:t> </a:t>
            </a:r>
            <a:r>
              <a:rPr lang="de-DE" dirty="0" err="1"/>
              <a:t>goal</a:t>
            </a:r>
            <a:r>
              <a:rPr lang="de-DE" dirty="0"/>
              <a:t>, I </a:t>
            </a:r>
            <a:r>
              <a:rPr lang="de-DE" dirty="0" err="1"/>
              <a:t>have</a:t>
            </a:r>
            <a:r>
              <a:rPr lang="de-DE" dirty="0"/>
              <a:t> </a:t>
            </a:r>
            <a:r>
              <a:rPr lang="de-DE" dirty="0" err="1"/>
              <a:t>shortened</a:t>
            </a:r>
            <a:r>
              <a:rPr lang="de-DE" dirty="0"/>
              <a:t> </a:t>
            </a:r>
            <a:r>
              <a:rPr lang="de-DE" dirty="0" err="1"/>
              <a:t>my</a:t>
            </a:r>
            <a:r>
              <a:rPr lang="de-DE" dirty="0"/>
              <a:t> </a:t>
            </a:r>
            <a:r>
              <a:rPr lang="de-DE" dirty="0" err="1"/>
              <a:t>sleeping</a:t>
            </a:r>
            <a:r>
              <a:rPr lang="de-DE" dirty="0"/>
              <a:t> </a:t>
            </a:r>
            <a:r>
              <a:rPr lang="de-DE" dirty="0" err="1"/>
              <a:t>schedule</a:t>
            </a:r>
            <a:r>
              <a:rPr lang="de-DE" dirty="0"/>
              <a:t> </a:t>
            </a:r>
            <a:r>
              <a:rPr lang="de-DE" dirty="0" err="1"/>
              <a:t>to</a:t>
            </a:r>
            <a:r>
              <a:rPr lang="de-DE" dirty="0"/>
              <a:t> </a:t>
            </a:r>
            <a:r>
              <a:rPr lang="de-DE" dirty="0" err="1"/>
              <a:t>try</a:t>
            </a:r>
            <a:r>
              <a:rPr lang="de-DE" dirty="0"/>
              <a:t> and </a:t>
            </a:r>
            <a:r>
              <a:rPr lang="de-DE" dirty="0" err="1"/>
              <a:t>get</a:t>
            </a:r>
            <a:r>
              <a:rPr lang="de-DE" dirty="0"/>
              <a:t> </a:t>
            </a:r>
            <a:r>
              <a:rPr lang="de-DE" dirty="0" err="1"/>
              <a:t>as</a:t>
            </a:r>
            <a:r>
              <a:rPr lang="de-DE" dirty="0"/>
              <a:t> </a:t>
            </a:r>
            <a:r>
              <a:rPr lang="de-DE" dirty="0" err="1"/>
              <a:t>much</a:t>
            </a:r>
            <a:r>
              <a:rPr lang="de-DE" dirty="0"/>
              <a:t> </a:t>
            </a:r>
            <a:r>
              <a:rPr lang="de-DE" dirty="0" err="1"/>
              <a:t>work</a:t>
            </a:r>
            <a:r>
              <a:rPr lang="de-DE" dirty="0"/>
              <a:t> </a:t>
            </a:r>
            <a:r>
              <a:rPr lang="de-DE" dirty="0" err="1"/>
              <a:t>done</a:t>
            </a:r>
            <a:r>
              <a:rPr lang="de-DE" dirty="0"/>
              <a:t> </a:t>
            </a:r>
            <a:r>
              <a:rPr lang="de-DE" dirty="0" err="1"/>
              <a:t>before</a:t>
            </a:r>
            <a:r>
              <a:rPr lang="de-DE" dirty="0"/>
              <a:t> </a:t>
            </a:r>
            <a:r>
              <a:rPr lang="de-DE" dirty="0" err="1"/>
              <a:t>the</a:t>
            </a:r>
            <a:r>
              <a:rPr lang="de-DE" dirty="0"/>
              <a:t> </a:t>
            </a:r>
            <a:r>
              <a:rPr lang="de-DE" dirty="0" err="1"/>
              <a:t>deadline</a:t>
            </a:r>
            <a:r>
              <a:rPr lang="de-DE" dirty="0"/>
              <a:t>. Overall, I </a:t>
            </a:r>
            <a:r>
              <a:rPr lang="de-DE" dirty="0" err="1"/>
              <a:t>would</a:t>
            </a:r>
            <a:r>
              <a:rPr lang="de-DE" dirty="0"/>
              <a:t> also </a:t>
            </a:r>
            <a:r>
              <a:rPr lang="de-DE" dirty="0" err="1"/>
              <a:t>say</a:t>
            </a:r>
            <a:r>
              <a:rPr lang="de-DE" dirty="0"/>
              <a:t> </a:t>
            </a:r>
            <a:r>
              <a:rPr lang="de-DE" dirty="0" err="1"/>
              <a:t>it</a:t>
            </a:r>
            <a:r>
              <a:rPr lang="de-DE" dirty="0"/>
              <a:t> </a:t>
            </a:r>
            <a:r>
              <a:rPr lang="de-DE" dirty="0" err="1"/>
              <a:t>is</a:t>
            </a:r>
            <a:r>
              <a:rPr lang="de-DE" dirty="0"/>
              <a:t> a </a:t>
            </a:r>
            <a:r>
              <a:rPr lang="de-DE" dirty="0" err="1"/>
              <a:t>success</a:t>
            </a:r>
            <a:r>
              <a:rPr lang="de-DE" dirty="0"/>
              <a:t> </a:t>
            </a:r>
            <a:r>
              <a:rPr lang="de-DE" dirty="0" err="1"/>
              <a:t>as</a:t>
            </a:r>
            <a:r>
              <a:rPr lang="de-DE" dirty="0"/>
              <a:t> I </a:t>
            </a:r>
            <a:r>
              <a:rPr lang="de-DE" dirty="0" err="1"/>
              <a:t>managed</a:t>
            </a:r>
            <a:r>
              <a:rPr lang="de-DE" dirty="0"/>
              <a:t> </a:t>
            </a:r>
            <a:r>
              <a:rPr lang="de-DE" dirty="0" err="1"/>
              <a:t>to</a:t>
            </a:r>
            <a:r>
              <a:rPr lang="de-DE" dirty="0"/>
              <a:t> </a:t>
            </a:r>
            <a:r>
              <a:rPr lang="de-DE" dirty="0" err="1"/>
              <a:t>say</a:t>
            </a:r>
            <a:r>
              <a:rPr lang="de-DE" dirty="0"/>
              <a:t> on </a:t>
            </a:r>
            <a:r>
              <a:rPr lang="de-DE" dirty="0" err="1"/>
              <a:t>the</a:t>
            </a:r>
            <a:r>
              <a:rPr lang="de-DE" dirty="0"/>
              <a:t> </a:t>
            </a:r>
            <a:r>
              <a:rPr lang="de-DE" dirty="0" err="1"/>
              <a:t>sleeping</a:t>
            </a:r>
            <a:r>
              <a:rPr lang="de-DE" dirty="0"/>
              <a:t> </a:t>
            </a:r>
            <a:r>
              <a:rPr lang="de-DE" dirty="0" err="1"/>
              <a:t>schedule</a:t>
            </a:r>
            <a:r>
              <a:rPr lang="de-DE" dirty="0"/>
              <a:t> </a:t>
            </a:r>
            <a:r>
              <a:rPr lang="de-DE" dirty="0" err="1"/>
              <a:t>for</a:t>
            </a:r>
            <a:r>
              <a:rPr lang="de-DE" dirty="0"/>
              <a:t> </a:t>
            </a:r>
            <a:r>
              <a:rPr lang="de-DE" dirty="0" err="1"/>
              <a:t>quite</a:t>
            </a:r>
            <a:r>
              <a:rPr lang="de-DE" dirty="0"/>
              <a:t> a </a:t>
            </a:r>
            <a:r>
              <a:rPr lang="de-DE" dirty="0" err="1"/>
              <a:t>while</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2.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840</TotalTime>
  <Words>7633</Words>
  <Application>Microsoft Office PowerPoint</Application>
  <PresentationFormat>On-screen Show (16:9)</PresentationFormat>
  <Paragraphs>631</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Helvetica Neue</vt:lpstr>
      <vt:lpstr>Roboto Thin</vt:lpstr>
      <vt:lpstr>Arial</vt:lpstr>
      <vt:lpstr>Roboto</vt:lpstr>
      <vt:lpstr>Open Sans</vt:lpstr>
      <vt:lpstr>Calibri</vt:lpstr>
      <vt:lpstr>Roboto Light</vt:lpstr>
      <vt:lpstr>Proxima Nova</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105</cp:revision>
  <dcterms:modified xsi:type="dcterms:W3CDTF">2025-01-23T21:31:16Z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