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58"/>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I learned last block -													     Previous block’s grade</a:t>
            </a:r>
            <a:endParaRPr/>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50</TotalTime>
  <Words>5621</Words>
  <Application>Microsoft Office PowerPoint</Application>
  <PresentationFormat>On-screen Show (16:9)</PresentationFormat>
  <Paragraphs>548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Proxima Nova</vt:lpstr>
      <vt:lpstr>Arial</vt:lpstr>
      <vt:lpstr>Calibri</vt:lpstr>
      <vt:lpstr>Helvetica Neue</vt:lpstr>
      <vt:lpstr>Roboto Thin</vt:lpstr>
      <vt:lpstr>Open Sans</vt:lpstr>
      <vt:lpstr>Roboto</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11</cp:revision>
  <dcterms:modified xsi:type="dcterms:W3CDTF">2024-11-19T12:47:47Z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