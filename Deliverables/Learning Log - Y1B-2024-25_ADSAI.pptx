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173"/>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I learned last block -													     Previous block’s grade</a:t>
            </a:r>
            <a:endParaRPr/>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although I suspect I will get somewhere between 0.5-1.5 based on the next month.</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endParaRPr b="1"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b="1" dirty="0"/>
          </a:p>
          <a:p>
            <a:pPr marL="182880" lvl="0" indent="-154940" algn="l" rtl="0">
              <a:spcBef>
                <a:spcPts val="0"/>
              </a:spcBef>
              <a:spcAft>
                <a:spcPts val="0"/>
              </a:spcAft>
              <a:buSzPts val="1000"/>
              <a:buChar char="●"/>
            </a:pPr>
            <a:r>
              <a:rPr lang="en" b="1" dirty="0"/>
              <a:t>What went well? </a:t>
            </a:r>
            <a:endParaRPr b="1" dirty="0"/>
          </a:p>
          <a:p>
            <a:pPr marL="182880" lvl="0" indent="-154940" algn="l" rtl="0">
              <a:spcBef>
                <a:spcPts val="0"/>
              </a:spcBef>
              <a:spcAft>
                <a:spcPts val="0"/>
              </a:spcAft>
              <a:buSzPts val="1000"/>
              <a:buChar char="●"/>
            </a:pPr>
            <a:r>
              <a:rPr lang="en" b="1" dirty="0"/>
              <a:t>What didn’t go so well? </a:t>
            </a:r>
            <a:endParaRPr b="1"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endParaRPr b="1"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93</TotalTime>
  <Words>5621</Words>
  <Application>Microsoft Office PowerPoint</Application>
  <PresentationFormat>On-screen Show (16:9)</PresentationFormat>
  <Paragraphs>548</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Proxima Nova</vt:lpstr>
      <vt:lpstr>Arial</vt:lpstr>
      <vt:lpstr>Calibri</vt:lpstr>
      <vt:lpstr>Helvetica Neue</vt:lpstr>
      <vt:lpstr>Roboto Thin</vt:lpstr>
      <vt:lpstr>Open Sans</vt:lpstr>
      <vt:lpstr>Roboto</vt:lpstr>
      <vt:lpstr>Roboto Light</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11</cp:revision>
  <dcterms:modified xsi:type="dcterms:W3CDTF">2024-11-19T13:31:26Z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