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284"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de-DE" dirty="0" err="1"/>
              <a:t>It‘s</a:t>
            </a:r>
            <a:r>
              <a:rPr lang="de-DE" dirty="0"/>
              <a:t> </a:t>
            </a:r>
            <a:r>
              <a:rPr lang="de-DE" dirty="0" err="1"/>
              <a:t>the</a:t>
            </a:r>
            <a:r>
              <a:rPr lang="de-DE" dirty="0"/>
              <a:t> </a:t>
            </a:r>
            <a:r>
              <a:rPr lang="de-DE" dirty="0" err="1"/>
              <a:t>first</a:t>
            </a:r>
            <a:r>
              <a:rPr lang="de-DE" dirty="0"/>
              <a:t> </a:t>
            </a:r>
            <a:r>
              <a:rPr lang="de-DE" dirty="0" err="1"/>
              <a:t>week</a:t>
            </a:r>
            <a:r>
              <a:rPr lang="de-DE" dirty="0"/>
              <a:t> so </a:t>
            </a:r>
            <a:r>
              <a:rPr lang="de-DE" dirty="0" err="1"/>
              <a:t>there‘s</a:t>
            </a:r>
            <a:r>
              <a:rPr lang="de-DE" dirty="0"/>
              <a:t> not </a:t>
            </a:r>
            <a:r>
              <a:rPr lang="de-DE" dirty="0" err="1"/>
              <a:t>really</a:t>
            </a:r>
            <a:r>
              <a:rPr lang="de-DE" dirty="0"/>
              <a:t> </a:t>
            </a:r>
            <a:r>
              <a:rPr lang="de-DE" dirty="0" err="1"/>
              <a:t>much</a:t>
            </a:r>
            <a:r>
              <a:rPr lang="de-DE" dirty="0"/>
              <a:t> </a:t>
            </a:r>
            <a:r>
              <a:rPr lang="de-DE" dirty="0" err="1"/>
              <a:t>to</a:t>
            </a:r>
            <a:r>
              <a:rPr lang="de-DE" dirty="0"/>
              <a:t> </a:t>
            </a:r>
            <a:r>
              <a:rPr lang="de-DE" dirty="0" err="1"/>
              <a:t>talk</a:t>
            </a:r>
            <a:r>
              <a:rPr lang="de-DE" dirty="0"/>
              <a:t> </a:t>
            </a:r>
            <a:r>
              <a:rPr lang="de-DE" dirty="0" err="1"/>
              <a:t>about</a:t>
            </a:r>
            <a:r>
              <a:rPr lang="de-DE" dirty="0"/>
              <a:t>.</a:t>
            </a:r>
            <a:endParaRPr lang="en-US"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 and week 1.</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and have fallen behind more. I also did not catch up with the unfinished work from the previous weeks.</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prepared</a:t>
            </a:r>
            <a:r>
              <a:rPr lang="de-DE" dirty="0"/>
              <a:t> </a:t>
            </a:r>
            <a:r>
              <a:rPr lang="de-DE" dirty="0" err="1"/>
              <a:t>for</a:t>
            </a:r>
            <a:r>
              <a:rPr lang="de-DE" dirty="0"/>
              <a:t> </a:t>
            </a:r>
            <a:r>
              <a:rPr lang="de-DE" dirty="0" err="1"/>
              <a:t>the</a:t>
            </a:r>
            <a:r>
              <a:rPr lang="de-DE" dirty="0"/>
              <a:t> </a:t>
            </a:r>
            <a:r>
              <a:rPr lang="de-DE" dirty="0" err="1"/>
              <a:t>retake</a:t>
            </a:r>
            <a:r>
              <a:rPr lang="de-DE" dirty="0"/>
              <a:t> and </a:t>
            </a:r>
            <a:r>
              <a:rPr lang="de-DE" dirty="0" err="1"/>
              <a:t>continued</a:t>
            </a:r>
            <a:r>
              <a:rPr lang="de-DE" dirty="0"/>
              <a:t> </a:t>
            </a:r>
            <a:r>
              <a:rPr lang="de-DE" dirty="0" err="1"/>
              <a:t>working</a:t>
            </a:r>
            <a:r>
              <a:rPr lang="de-DE" dirty="0"/>
              <a:t> on </a:t>
            </a:r>
            <a:r>
              <a:rPr lang="de-DE" dirty="0" err="1"/>
              <a:t>the</a:t>
            </a:r>
            <a:r>
              <a:rPr lang="de-DE" dirty="0"/>
              <a:t> </a:t>
            </a:r>
            <a:r>
              <a:rPr lang="de-DE" dirty="0" err="1"/>
              <a:t>task</a:t>
            </a:r>
            <a:r>
              <a:rPr lang="de-DE" dirty="0"/>
              <a:t> </a:t>
            </a:r>
            <a:r>
              <a:rPr lang="de-DE" dirty="0" err="1"/>
              <a:t>from</a:t>
            </a:r>
            <a:r>
              <a:rPr lang="de-DE" dirty="0"/>
              <a:t> </a:t>
            </a:r>
            <a:r>
              <a:rPr lang="de-DE" dirty="0" err="1"/>
              <a:t>the</a:t>
            </a:r>
            <a:r>
              <a:rPr lang="de-DE" dirty="0"/>
              <a:t> </a:t>
            </a:r>
            <a:r>
              <a:rPr lang="de-DE" dirty="0" err="1"/>
              <a:t>other</a:t>
            </a:r>
            <a:r>
              <a:rPr lang="de-DE" dirty="0"/>
              <a:t> </a:t>
            </a:r>
            <a:r>
              <a:rPr lang="de-DE" dirty="0" err="1"/>
              <a:t>days</a:t>
            </a:r>
            <a:r>
              <a:rPr lang="de-DE" dirty="0"/>
              <a:t> </a:t>
            </a:r>
            <a:r>
              <a:rPr lang="de-DE" dirty="0" err="1"/>
              <a:t>that</a:t>
            </a:r>
            <a:r>
              <a:rPr lang="de-DE" dirty="0"/>
              <a:t> I was not sick.</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began</a:t>
            </a:r>
            <a:r>
              <a:rPr lang="de-DE" dirty="0"/>
              <a:t> </a:t>
            </a:r>
            <a:r>
              <a:rPr lang="de-DE" dirty="0" err="1"/>
              <a:t>bad</a:t>
            </a:r>
            <a:r>
              <a:rPr lang="de-DE" dirty="0"/>
              <a:t> </a:t>
            </a:r>
            <a:r>
              <a:rPr lang="de-DE" dirty="0" err="1"/>
              <a:t>with</a:t>
            </a:r>
            <a:r>
              <a:rPr lang="de-DE" dirty="0"/>
              <a:t> </a:t>
            </a:r>
            <a:r>
              <a:rPr lang="de-DE" dirty="0" err="1"/>
              <a:t>me</a:t>
            </a:r>
            <a:r>
              <a:rPr lang="de-DE" dirty="0"/>
              <a:t> </a:t>
            </a:r>
            <a:r>
              <a:rPr lang="de-DE" dirty="0" err="1"/>
              <a:t>being</a:t>
            </a:r>
            <a:r>
              <a:rPr lang="de-DE" dirty="0"/>
              <a:t> sick but </a:t>
            </a:r>
            <a:r>
              <a:rPr lang="de-DE" dirty="0" err="1"/>
              <a:t>it</a:t>
            </a:r>
            <a:r>
              <a:rPr lang="de-DE" dirty="0"/>
              <a:t> </a:t>
            </a:r>
            <a:r>
              <a:rPr lang="de-DE" dirty="0" err="1"/>
              <a:t>did</a:t>
            </a:r>
            <a:r>
              <a:rPr lang="de-DE" dirty="0"/>
              <a:t> turn </a:t>
            </a:r>
            <a:r>
              <a:rPr lang="de-DE" dirty="0" err="1"/>
              <a:t>good</a:t>
            </a:r>
            <a:r>
              <a:rPr lang="de-DE" dirty="0"/>
              <a:t> </a:t>
            </a:r>
            <a:r>
              <a:rPr lang="de-DE" dirty="0" err="1"/>
              <a:t>as</a:t>
            </a:r>
            <a:r>
              <a:rPr lang="de-DE" dirty="0"/>
              <a:t> I </a:t>
            </a:r>
            <a:r>
              <a:rPr lang="de-DE" dirty="0" err="1"/>
              <a:t>prepared</a:t>
            </a:r>
            <a:r>
              <a:rPr lang="de-DE" dirty="0"/>
              <a:t> </a:t>
            </a:r>
            <a:r>
              <a:rPr lang="de-DE" dirty="0" err="1"/>
              <a:t>for</a:t>
            </a:r>
            <a:r>
              <a:rPr lang="de-DE" dirty="0"/>
              <a:t> </a:t>
            </a:r>
            <a:r>
              <a:rPr lang="de-DE" dirty="0" err="1"/>
              <a:t>the</a:t>
            </a:r>
            <a:r>
              <a:rPr lang="de-DE" dirty="0"/>
              <a:t> </a:t>
            </a:r>
            <a:r>
              <a:rPr lang="de-DE" dirty="0" err="1"/>
              <a:t>retakes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Preparation</a:t>
            </a:r>
            <a:r>
              <a:rPr lang="de-DE" dirty="0"/>
              <a:t> </a:t>
            </a:r>
            <a:r>
              <a:rPr lang="de-DE" dirty="0" err="1"/>
              <a:t>for</a:t>
            </a:r>
            <a:r>
              <a:rPr lang="de-DE" dirty="0"/>
              <a:t> </a:t>
            </a:r>
            <a:r>
              <a:rPr lang="de-DE" dirty="0" err="1"/>
              <a:t>the</a:t>
            </a:r>
            <a:r>
              <a:rPr lang="de-DE" dirty="0"/>
              <a:t> </a:t>
            </a:r>
            <a:r>
              <a:rPr lang="de-DE" dirty="0" err="1"/>
              <a:t>retakes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On Tuesday and a </a:t>
            </a:r>
            <a:r>
              <a:rPr lang="de-DE" dirty="0" err="1"/>
              <a:t>bit</a:t>
            </a:r>
            <a:r>
              <a:rPr lang="de-DE" dirty="0"/>
              <a:t> on Wednesday I was sick, so I </a:t>
            </a:r>
            <a:r>
              <a:rPr lang="de-DE" dirty="0" err="1"/>
              <a:t>fell</a:t>
            </a:r>
            <a:r>
              <a:rPr lang="de-DE" dirty="0"/>
              <a:t> </a:t>
            </a:r>
            <a:r>
              <a:rPr lang="de-DE" dirty="0" err="1"/>
              <a:t>behind</a:t>
            </a:r>
            <a:r>
              <a:rPr lang="de-DE" dirty="0"/>
              <a:t> </a:t>
            </a:r>
            <a:r>
              <a:rPr lang="de-DE" dirty="0" err="1"/>
              <a:t>with</a:t>
            </a:r>
            <a:r>
              <a:rPr lang="de-DE" dirty="0"/>
              <a:t> </a:t>
            </a:r>
            <a:r>
              <a:rPr lang="de-DE" dirty="0" err="1"/>
              <a:t>the</a:t>
            </a:r>
            <a:r>
              <a:rPr lang="de-DE" dirty="0"/>
              <a:t> </a:t>
            </a:r>
            <a:r>
              <a:rPr lang="de-DE" dirty="0" err="1"/>
              <a:t>tasks</a:t>
            </a:r>
            <a:r>
              <a:rPr lang="de-DE" dirty="0"/>
              <a:t> </a:t>
            </a:r>
            <a:r>
              <a:rPr lang="de-DE" dirty="0" err="1"/>
              <a:t>for</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I </a:t>
            </a:r>
            <a:r>
              <a:rPr lang="de-DE" dirty="0" err="1"/>
              <a:t>learned</a:t>
            </a:r>
            <a:r>
              <a:rPr lang="de-DE" dirty="0"/>
              <a:t> </a:t>
            </a:r>
            <a:r>
              <a:rPr lang="de-DE" dirty="0" err="1"/>
              <a:t>the</a:t>
            </a:r>
            <a:r>
              <a:rPr lang="de-DE" dirty="0"/>
              <a:t> </a:t>
            </a:r>
            <a:r>
              <a:rPr lang="de-DE" dirty="0" err="1"/>
              <a:t>theory</a:t>
            </a:r>
            <a:r>
              <a:rPr lang="de-DE" dirty="0"/>
              <a:t> </a:t>
            </a:r>
            <a:r>
              <a:rPr lang="de-DE" dirty="0" err="1"/>
              <a:t>behind</a:t>
            </a:r>
            <a:r>
              <a:rPr lang="de-DE" dirty="0"/>
              <a:t> </a:t>
            </a:r>
            <a:r>
              <a:rPr lang="de-DE" dirty="0" err="1"/>
              <a:t>concepts</a:t>
            </a:r>
            <a:r>
              <a:rPr lang="de-DE" dirty="0"/>
              <a:t> such </a:t>
            </a:r>
            <a:r>
              <a:rPr lang="de-DE" dirty="0" err="1"/>
              <a:t>as</a:t>
            </a:r>
            <a:r>
              <a:rPr lang="de-DE" dirty="0"/>
              <a:t> </a:t>
            </a:r>
            <a:r>
              <a:rPr lang="de-DE" dirty="0" err="1"/>
              <a:t>boosting</a:t>
            </a:r>
            <a:r>
              <a:rPr lang="de-DE" dirty="0"/>
              <a:t>, stacking, </a:t>
            </a:r>
            <a:r>
              <a:rPr lang="de-DE" dirty="0" err="1"/>
              <a:t>voting</a:t>
            </a:r>
            <a:r>
              <a:rPr lang="de-DE" dirty="0"/>
              <a:t> </a:t>
            </a:r>
            <a:r>
              <a:rPr lang="de-DE" dirty="0" err="1"/>
              <a:t>classifiers</a:t>
            </a:r>
            <a:r>
              <a:rPr lang="de-DE" dirty="0"/>
              <a:t>, and </a:t>
            </a:r>
            <a:r>
              <a:rPr lang="de-DE" dirty="0" err="1"/>
              <a:t>decision</a:t>
            </a:r>
            <a:r>
              <a:rPr lang="de-DE" dirty="0"/>
              <a:t> </a:t>
            </a:r>
            <a:r>
              <a:rPr lang="de-DE" dirty="0" err="1"/>
              <a:t>trees</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Catch </a:t>
            </a:r>
            <a:r>
              <a:rPr lang="de-DE" dirty="0" err="1"/>
              <a:t>up</a:t>
            </a:r>
            <a:r>
              <a:rPr lang="de-DE" dirty="0"/>
              <a:t> </a:t>
            </a:r>
            <a:r>
              <a:rPr lang="de-DE" dirty="0" err="1"/>
              <a:t>with</a:t>
            </a:r>
            <a:r>
              <a:rPr lang="de-DE" dirty="0"/>
              <a:t> </a:t>
            </a:r>
            <a:r>
              <a:rPr lang="de-DE" dirty="0" err="1"/>
              <a:t>the</a:t>
            </a:r>
            <a:r>
              <a:rPr lang="de-DE" dirty="0"/>
              <a:t> </a:t>
            </a:r>
            <a:r>
              <a:rPr lang="de-DE" dirty="0" err="1"/>
              <a:t>work</a:t>
            </a:r>
            <a:r>
              <a:rPr lang="de-DE" dirty="0"/>
              <a:t> I </a:t>
            </a:r>
            <a:r>
              <a:rPr lang="de-DE" dirty="0" err="1"/>
              <a:t>missed</a:t>
            </a:r>
            <a:r>
              <a:rPr lang="de-DE" dirty="0"/>
              <a:t> </a:t>
            </a:r>
            <a:r>
              <a:rPr lang="de-DE" dirty="0" err="1"/>
              <a:t>this</a:t>
            </a:r>
            <a:r>
              <a:rPr lang="de-DE" dirty="0"/>
              <a:t> </a:t>
            </a:r>
            <a:r>
              <a:rPr lang="de-DE" dirty="0" err="1"/>
              <a:t>week</a:t>
            </a:r>
            <a:r>
              <a:rPr lang="de-DE"/>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on </a:t>
            </a:r>
            <a:r>
              <a:rPr lang="de-DE" dirty="0" err="1"/>
              <a:t>the</a:t>
            </a:r>
            <a:r>
              <a:rPr lang="de-DE" dirty="0"/>
              <a:t> </a:t>
            </a:r>
            <a:r>
              <a:rPr lang="de-DE" dirty="0" err="1"/>
              <a:t>tasks</a:t>
            </a:r>
            <a:r>
              <a:rPr lang="de-DE" dirty="0"/>
              <a:t> </a:t>
            </a:r>
            <a:r>
              <a:rPr lang="de-DE" dirty="0" err="1"/>
              <a:t>for</a:t>
            </a:r>
            <a:r>
              <a:rPr lang="de-DE" dirty="0"/>
              <a:t> </a:t>
            </a:r>
            <a:r>
              <a:rPr lang="de-DE" dirty="0" err="1"/>
              <a:t>this</a:t>
            </a:r>
            <a:r>
              <a:rPr lang="de-DE" dirty="0"/>
              <a:t> </a:t>
            </a:r>
            <a:r>
              <a:rPr lang="de-DE" dirty="0" err="1"/>
              <a:t>week</a:t>
            </a:r>
            <a:r>
              <a:rPr lang="de-DE" dirty="0"/>
              <a:t> and </a:t>
            </a:r>
            <a:r>
              <a:rPr lang="de-DE" dirty="0" err="1"/>
              <a:t>to</a:t>
            </a:r>
            <a:r>
              <a:rPr lang="de-DE" dirty="0"/>
              <a:t> catch </a:t>
            </a:r>
            <a:r>
              <a:rPr lang="de-DE" dirty="0" err="1"/>
              <a:t>up</a:t>
            </a:r>
            <a:r>
              <a:rPr lang="de-DE" dirty="0"/>
              <a:t> on </a:t>
            </a:r>
            <a:r>
              <a:rPr lang="de-DE" dirty="0" err="1"/>
              <a:t>the</a:t>
            </a:r>
            <a:r>
              <a:rPr lang="de-DE" dirty="0"/>
              <a:t> </a:t>
            </a:r>
            <a:r>
              <a:rPr lang="de-DE" dirty="0" err="1"/>
              <a:t>missed</a:t>
            </a:r>
            <a:r>
              <a:rPr lang="de-DE" dirty="0"/>
              <a:t> </a:t>
            </a:r>
            <a:r>
              <a:rPr lang="de-DE" dirty="0" err="1"/>
              <a:t>tasks</a:t>
            </a:r>
            <a:r>
              <a:rPr lang="de-DE" dirty="0"/>
              <a:t> </a:t>
            </a:r>
            <a:r>
              <a:rPr lang="de-DE" dirty="0" err="1"/>
              <a:t>from</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did</a:t>
            </a:r>
            <a:r>
              <a:rPr lang="de-DE" dirty="0"/>
              <a:t> </a:t>
            </a:r>
            <a:r>
              <a:rPr lang="de-DE" dirty="0" err="1"/>
              <a:t>the</a:t>
            </a:r>
            <a:r>
              <a:rPr lang="de-DE" dirty="0"/>
              <a:t> Python </a:t>
            </a:r>
            <a:r>
              <a:rPr lang="de-DE" dirty="0" err="1"/>
              <a:t>exam</a:t>
            </a:r>
            <a:r>
              <a:rPr lang="de-DE" dirty="0"/>
              <a:t> on Monday and </a:t>
            </a:r>
            <a:r>
              <a:rPr lang="de-DE" dirty="0" err="1"/>
              <a:t>continued</a:t>
            </a:r>
            <a:r>
              <a:rPr lang="de-DE" dirty="0"/>
              <a:t> </a:t>
            </a:r>
            <a:r>
              <a:rPr lang="de-DE" dirty="0" err="1"/>
              <a:t>working</a:t>
            </a:r>
            <a:r>
              <a:rPr lang="de-DE" dirty="0"/>
              <a:t> </a:t>
            </a:r>
            <a:r>
              <a:rPr lang="de-DE" dirty="0" err="1"/>
              <a:t>as</a:t>
            </a:r>
            <a:r>
              <a:rPr lang="de-DE" dirty="0"/>
              <a:t> planned </a:t>
            </a:r>
            <a:r>
              <a:rPr lang="de-DE" dirty="0" err="1"/>
              <a:t>for</a:t>
            </a:r>
            <a:r>
              <a:rPr lang="de-DE" dirty="0"/>
              <a:t> </a:t>
            </a:r>
            <a:r>
              <a:rPr lang="de-DE" dirty="0" err="1"/>
              <a:t>the</a:t>
            </a:r>
            <a:r>
              <a:rPr lang="de-DE" dirty="0"/>
              <a:t> </a:t>
            </a:r>
            <a:r>
              <a:rPr lang="de-DE" dirty="0" err="1"/>
              <a:t>rest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well</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The </a:t>
            </a:r>
            <a:r>
              <a:rPr lang="de-DE" dirty="0" err="1"/>
              <a:t>python</a:t>
            </a:r>
            <a:r>
              <a:rPr lang="de-DE" dirty="0"/>
              <a:t> </a:t>
            </a:r>
            <a:r>
              <a:rPr lang="de-DE" dirty="0" err="1"/>
              <a:t>retake</a:t>
            </a:r>
            <a:r>
              <a:rPr lang="de-DE" dirty="0"/>
              <a:t> on Monday.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err="1"/>
              <a:t>Evidencing</a:t>
            </a:r>
            <a:r>
              <a:rPr lang="de-DE" dirty="0"/>
              <a:t> in </a:t>
            </a:r>
            <a:r>
              <a:rPr lang="de-DE" dirty="0" err="1"/>
              <a:t>the</a:t>
            </a:r>
            <a:r>
              <a:rPr lang="de-DE" dirty="0"/>
              <a:t> Work- and Learning Logs.</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I </a:t>
            </a:r>
            <a:r>
              <a:rPr lang="de-DE" dirty="0" err="1"/>
              <a:t>learned</a:t>
            </a:r>
            <a:r>
              <a:rPr lang="de-DE" dirty="0"/>
              <a:t> </a:t>
            </a:r>
            <a:r>
              <a:rPr lang="de-DE" dirty="0" err="1"/>
              <a:t>more</a:t>
            </a:r>
            <a:r>
              <a:rPr lang="de-DE" dirty="0"/>
              <a:t> </a:t>
            </a:r>
            <a:r>
              <a:rPr lang="de-DE" dirty="0" err="1"/>
              <a:t>machine</a:t>
            </a:r>
            <a:r>
              <a:rPr lang="de-DE" dirty="0"/>
              <a:t> </a:t>
            </a:r>
            <a:r>
              <a:rPr lang="de-DE" dirty="0" err="1"/>
              <a:t>learning</a:t>
            </a:r>
            <a:r>
              <a:rPr lang="de-DE" dirty="0"/>
              <a:t> </a:t>
            </a:r>
            <a:r>
              <a:rPr lang="de-DE" dirty="0" err="1"/>
              <a:t>concepts</a:t>
            </a:r>
            <a:r>
              <a:rPr lang="de-DE" dirty="0"/>
              <a:t> </a:t>
            </a:r>
            <a:r>
              <a:rPr lang="de-DE" dirty="0" err="1"/>
              <a:t>from</a:t>
            </a:r>
            <a:r>
              <a:rPr lang="de-DE" dirty="0"/>
              <a:t> </a:t>
            </a:r>
            <a:r>
              <a:rPr lang="de-DE" dirty="0" err="1"/>
              <a:t>the</a:t>
            </a:r>
            <a:r>
              <a:rPr lang="de-DE" dirty="0"/>
              <a:t> </a:t>
            </a:r>
            <a:r>
              <a:rPr lang="de-DE" dirty="0" err="1"/>
              <a:t>book</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To have me evidence my work in the logs correctly.</a:t>
            </a:r>
          </a:p>
          <a:p>
            <a:pPr marL="182880" lvl="0" indent="-154940" algn="l" rtl="0">
              <a:spcBef>
                <a:spcPts val="0"/>
              </a:spcBef>
              <a:spcAft>
                <a:spcPts val="0"/>
              </a:spcAft>
              <a:buSzPts val="1000"/>
              <a:buChar char="●"/>
            </a:pP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2.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680</TotalTime>
  <Words>6838</Words>
  <Application>Microsoft Office PowerPoint</Application>
  <PresentationFormat>On-screen Show (16:9)</PresentationFormat>
  <Paragraphs>595</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Calibri</vt:lpstr>
      <vt:lpstr>Helvetica Neue</vt:lpstr>
      <vt:lpstr>Open Sans</vt:lpstr>
      <vt:lpstr>Roboto</vt:lpstr>
      <vt:lpstr>Arial</vt:lpstr>
      <vt:lpstr>Roboto Light</vt:lpstr>
      <vt:lpstr>Roboto Thin</vt:lpstr>
      <vt:lpstr>Proxima Nova</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64</cp:revision>
  <dcterms:modified xsi:type="dcterms:W3CDTF">2025-01-19T13:04:25Z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