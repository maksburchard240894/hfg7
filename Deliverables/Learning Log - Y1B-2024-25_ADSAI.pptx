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F050202020403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F0502020204030204" pitchFamily="2" charset="0"/>
      <p:regular r:id="rId62"/>
      <p:bold r:id="rId63"/>
      <p:italic r:id="rId64"/>
      <p:boldItalic r:id="rId65"/>
    </p:embeddedFont>
    <p:embeddedFont>
      <p:font typeface="Roboto Light" panose="020F0502020204030204" pitchFamily="2" charset="0"/>
      <p:regular r:id="rId66"/>
      <p:italic r:id="rId67"/>
    </p:embeddedFont>
    <p:embeddedFont>
      <p:font typeface="Roboto Thin" panose="020F0502020204030204"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284"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r>
              <a:rPr lang="en-GB" dirty="0"/>
              <a:t>Sleep good well :</a:t>
            </a:r>
            <a:r>
              <a:rPr lang="en-GB" dirty="0" err="1"/>
              <a:t>thumbsup</a:t>
            </a:r>
            <a:r>
              <a:rPr lang="en-GB"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 and week 1.</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and have fallen behind more. I also did not catch up with the unfinished work from the previous weeks.</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begin</a:t>
            </a:r>
            <a:r>
              <a:rPr lang="de-DE" dirty="0"/>
              <a:t> </a:t>
            </a:r>
            <a:r>
              <a:rPr lang="de-DE" dirty="0" err="1"/>
              <a:t>working</a:t>
            </a:r>
            <a:r>
              <a:rPr lang="de-DE" dirty="0"/>
              <a:t> on </a:t>
            </a:r>
            <a:r>
              <a:rPr lang="de-DE" dirty="0" err="1"/>
              <a:t>by</a:t>
            </a:r>
            <a:r>
              <a:rPr lang="de-DE" dirty="0"/>
              <a:t> </a:t>
            </a:r>
            <a:r>
              <a:rPr lang="de-DE" dirty="0" err="1"/>
              <a:t>backlog</a:t>
            </a:r>
            <a:r>
              <a:rPr lang="de-DE" dirty="0"/>
              <a:t> </a:t>
            </a:r>
            <a:r>
              <a:rPr lang="de-DE" dirty="0" err="1"/>
              <a:t>of</a:t>
            </a:r>
            <a:r>
              <a:rPr lang="de-DE" dirty="0"/>
              <a:t> </a:t>
            </a:r>
            <a:r>
              <a:rPr lang="de-DE" dirty="0" err="1"/>
              <a:t>tasks</a:t>
            </a:r>
            <a:r>
              <a:rPr lang="de-DE" dirty="0"/>
              <a:t> </a:t>
            </a:r>
            <a:r>
              <a:rPr lang="de-DE" dirty="0" err="1"/>
              <a:t>from</a:t>
            </a:r>
            <a:r>
              <a:rPr lang="de-DE" dirty="0"/>
              <a:t> </a:t>
            </a:r>
            <a:r>
              <a:rPr lang="de-DE" dirty="0" err="1"/>
              <a:t>previous</a:t>
            </a:r>
            <a:r>
              <a:rPr lang="de-DE" dirty="0"/>
              <a:t> </a:t>
            </a:r>
            <a:r>
              <a:rPr lang="de-DE" dirty="0" err="1"/>
              <a:t>weeks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2.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611</TotalTime>
  <Words>6133</Words>
  <Application>Microsoft Office PowerPoint</Application>
  <PresentationFormat>On-screen Show (16:9)</PresentationFormat>
  <Paragraphs>580</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Arial</vt:lpstr>
      <vt:lpstr>Roboto Thin</vt:lpstr>
      <vt:lpstr>Proxima Nova</vt:lpstr>
      <vt:lpstr>Calibri</vt:lpstr>
      <vt:lpstr>Roboto</vt:lpstr>
      <vt:lpstr>Open Sans</vt:lpstr>
      <vt:lpstr>Helvetica Neue</vt:lpstr>
      <vt:lpstr>Roboto Light</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41</cp:revision>
  <dcterms:modified xsi:type="dcterms:W3CDTF">2024-12-16T12:50:05Z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