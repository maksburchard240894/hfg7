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308"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de-DE" dirty="0" err="1"/>
              <a:t>It‘s</a:t>
            </a:r>
            <a:r>
              <a:rPr lang="de-DE" dirty="0"/>
              <a:t> </a:t>
            </a:r>
            <a:r>
              <a:rPr lang="de-DE" dirty="0" err="1"/>
              <a:t>the</a:t>
            </a:r>
            <a:r>
              <a:rPr lang="de-DE" dirty="0"/>
              <a:t> </a:t>
            </a:r>
            <a:r>
              <a:rPr lang="de-DE" dirty="0" err="1"/>
              <a:t>first</a:t>
            </a:r>
            <a:r>
              <a:rPr lang="de-DE" dirty="0"/>
              <a:t> </a:t>
            </a:r>
            <a:r>
              <a:rPr lang="de-DE" dirty="0" err="1"/>
              <a:t>week</a:t>
            </a:r>
            <a:r>
              <a:rPr lang="de-DE" dirty="0"/>
              <a:t> so </a:t>
            </a:r>
            <a:r>
              <a:rPr lang="de-DE" dirty="0" err="1"/>
              <a:t>there‘s</a:t>
            </a:r>
            <a:r>
              <a:rPr lang="de-DE" dirty="0"/>
              <a:t> not </a:t>
            </a:r>
            <a:r>
              <a:rPr lang="de-DE" dirty="0" err="1"/>
              <a:t>really</a:t>
            </a:r>
            <a:r>
              <a:rPr lang="de-DE" dirty="0"/>
              <a:t> </a:t>
            </a:r>
            <a:r>
              <a:rPr lang="de-DE" dirty="0" err="1"/>
              <a:t>much</a:t>
            </a:r>
            <a:r>
              <a:rPr lang="de-DE" dirty="0"/>
              <a:t> </a:t>
            </a:r>
            <a:r>
              <a:rPr lang="de-DE" dirty="0" err="1"/>
              <a:t>to</a:t>
            </a:r>
            <a:r>
              <a:rPr lang="de-DE" dirty="0"/>
              <a:t> </a:t>
            </a:r>
            <a:r>
              <a:rPr lang="de-DE" dirty="0" err="1"/>
              <a:t>talk</a:t>
            </a:r>
            <a:r>
              <a:rPr lang="de-DE" dirty="0"/>
              <a:t> </a:t>
            </a:r>
            <a:r>
              <a:rPr lang="de-DE" dirty="0" err="1"/>
              <a:t>about</a:t>
            </a:r>
            <a:r>
              <a:rPr lang="de-DE" dirty="0"/>
              <a:t>.</a:t>
            </a:r>
            <a:endParaRPr lang="en-US"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738</TotalTime>
  <Words>7365</Words>
  <Application>Microsoft Office PowerPoint</Application>
  <PresentationFormat>On-screen Show (16:9)</PresentationFormat>
  <Paragraphs>618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vt:lpstr>
      <vt:lpstr>Calibri</vt:lpstr>
      <vt:lpstr>Helvetica Neue</vt:lpstr>
      <vt:lpstr>Roboto Light</vt:lpstr>
      <vt:lpstr>Open Sans</vt:lpstr>
      <vt:lpstr>Proxima Nova</vt:lpstr>
      <vt:lpstr>Arial</vt:lpstr>
      <vt:lpstr>Roboto Thin</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83</cp:revision>
  <dcterms:modified xsi:type="dcterms:W3CDTF">2025-01-21T08:57:58Z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