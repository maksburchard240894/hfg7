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802" y="6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5.svg"/></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5.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I learned last block -													     Previous block’s grade</a:t>
            </a:r>
            <a:endParaRPr/>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dirty="0"/>
              <a:t>...</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although I suspect I will get somewhere between 0.5-1.5 based on the next month.</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pl-PL" dirty="0"/>
              <a:t>Making sure I get the 320 hours of work expected of me this block.</a:t>
            </a:r>
            <a:endParaRPr dirty="0"/>
          </a:p>
          <a:p>
            <a:pPr marL="0" lvl="0" indent="0" algn="l" rtl="0">
              <a:spcBef>
                <a:spcPts val="800"/>
              </a:spcBef>
              <a:spcAft>
                <a:spcPts val="0"/>
              </a:spcAft>
              <a:buNone/>
            </a:pP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pl-PL" dirty="0"/>
              <a:t>First goal is to reach the 320 hours. I should aim for getting 40 hours of work each week and if I don’t reach it, I need to compensate for that by doing more work next week.</a:t>
            </a:r>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en" dirty="0"/>
              <a:t>I have found my footing for the first week so far.</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quite a bit of work.</a:t>
            </a:r>
            <a:r>
              <a:rPr lang="en" b="1" dirty="0"/>
              <a:t> </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 the WorkLog (especially towards the end of the week)</a:t>
            </a:r>
            <a:endParaRPr dirty="0"/>
          </a:p>
          <a:p>
            <a:pPr marL="182880" lvl="0" indent="-154940" algn="l" rtl="0">
              <a:spcBef>
                <a:spcPts val="0"/>
              </a:spcBef>
              <a:spcAft>
                <a:spcPts val="0"/>
              </a:spcAft>
              <a:buSzPts val="1000"/>
              <a:buChar char="●"/>
            </a:pPr>
            <a:r>
              <a:rPr lang="en" b="1" dirty="0"/>
              <a:t>What did you learn? </a:t>
            </a:r>
            <a:endParaRPr b="1"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indent="0">
              <a:spcBef>
                <a:spcPts val="800"/>
              </a:spcBef>
              <a:spcAft>
                <a:spcPts val="800"/>
              </a:spcAft>
              <a:buNone/>
            </a:pPr>
            <a:r>
              <a:rPr lang="en"/>
              <a:t>Response</a:t>
            </a:r>
            <a:r>
              <a:rPr lang="en-US"/>
              <a:t> to Feedback</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b="1"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b="1" dirty="0"/>
          </a:p>
          <a:p>
            <a:pPr marL="182880" lvl="0" indent="-154940" algn="l" rtl="0">
              <a:spcBef>
                <a:spcPts val="0"/>
              </a:spcBef>
              <a:spcAft>
                <a:spcPts val="0"/>
              </a:spcAft>
              <a:buSzPts val="1000"/>
              <a:buChar char="●"/>
            </a:pPr>
            <a:r>
              <a:rPr lang="en" b="1" dirty="0"/>
              <a:t>What went well? </a:t>
            </a:r>
            <a:endParaRPr b="1" dirty="0"/>
          </a:p>
          <a:p>
            <a:pPr marL="182880" lvl="0" indent="-154940" algn="l" rtl="0">
              <a:spcBef>
                <a:spcPts val="0"/>
              </a:spcBef>
              <a:spcAft>
                <a:spcPts val="0"/>
              </a:spcAft>
              <a:buSzPts val="1000"/>
              <a:buChar char="●"/>
            </a:pPr>
            <a:r>
              <a:rPr lang="en" b="1" dirty="0"/>
              <a:t>What didn’t go so well? </a:t>
            </a:r>
            <a:endParaRPr b="1" dirty="0"/>
          </a:p>
          <a:p>
            <a:pPr marL="182880" lvl="0" indent="-154940" algn="l" rtl="0">
              <a:spcBef>
                <a:spcPts val="0"/>
              </a:spcBef>
              <a:spcAft>
                <a:spcPts val="0"/>
              </a:spcAft>
              <a:buSzPts val="1000"/>
              <a:buChar char="●"/>
            </a:pPr>
            <a:r>
              <a:rPr lang="en" b="1" dirty="0"/>
              <a:t>What did you learn? </a:t>
            </a:r>
            <a:endParaRPr b="1" dirty="0"/>
          </a:p>
          <a:p>
            <a:pPr marL="182880" lvl="0" indent="-154940" algn="l" rtl="0">
              <a:spcBef>
                <a:spcPts val="0"/>
              </a:spcBef>
              <a:spcAft>
                <a:spcPts val="0"/>
              </a:spcAft>
              <a:buSzPts val="1000"/>
              <a:buChar char="●"/>
            </a:pPr>
            <a:r>
              <a:rPr lang="en" b="1" dirty="0"/>
              <a:t>What could be added as an Action point looking forward to next week?</a:t>
            </a:r>
            <a:endParaRPr b="1"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98D9791E-52D0-4ABB-925A-4EAECF798D9B}">
  <ds:schemaRefs>
    <ds:schemaRef ds:uri="http://schemas.microsoft.com/sharepoint/v3/contenttype/forms"/>
  </ds:schemaRefs>
</ds:datastoreItem>
</file>

<file path=customXml/itemProps2.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148</TotalTime>
  <Words>5696</Words>
  <Application>Microsoft Office PowerPoint</Application>
  <PresentationFormat>On-screen Show (16:9)</PresentationFormat>
  <Paragraphs>554</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Arial</vt:lpstr>
      <vt:lpstr>Calibri</vt:lpstr>
      <vt:lpstr>Open Sans</vt:lpstr>
      <vt:lpstr>Helvetica Neue</vt:lpstr>
      <vt:lpstr>Proxima Nova</vt:lpstr>
      <vt:lpstr>Roboto Light</vt:lpstr>
      <vt:lpstr>Roboto</vt:lpstr>
      <vt:lpstr>Roboto Thin</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Maks Burchard</cp:lastModifiedBy>
  <cp:revision>13</cp:revision>
  <dcterms:modified xsi:type="dcterms:W3CDTF">2024-11-29T09:31:54Z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